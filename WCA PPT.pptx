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6"/>
  </p:notesMasterIdLst>
  <p:handoutMasterIdLst>
    <p:handoutMasterId r:id="rId17"/>
  </p:handoutMasterIdLst>
  <p:sldIdLst>
    <p:sldId id="322" r:id="rId2"/>
    <p:sldId id="259" r:id="rId3"/>
    <p:sldId id="321" r:id="rId4"/>
    <p:sldId id="296" r:id="rId5"/>
    <p:sldId id="323" r:id="rId6"/>
    <p:sldId id="324" r:id="rId7"/>
    <p:sldId id="331" r:id="rId8"/>
    <p:sldId id="325" r:id="rId9"/>
    <p:sldId id="326" r:id="rId10"/>
    <p:sldId id="327" r:id="rId11"/>
    <p:sldId id="328" r:id="rId12"/>
    <p:sldId id="329" r:id="rId13"/>
    <p:sldId id="330" r:id="rId14"/>
    <p:sldId id="297" r:id="rId15"/>
  </p:sldIdLst>
  <p:sldSz cx="12190413" cy="6859588"/>
  <p:notesSz cx="6858000" cy="9144000"/>
  <p:embeddedFontLst>
    <p:embeddedFont>
      <p:font typeface="Noto Sans" charset="0"/>
      <p:regular r:id="rId18"/>
      <p:bold r:id="rId19"/>
    </p:embeddedFont>
    <p:embeddedFont>
      <p:font typeface="Calibri Light" pitchFamily="34" charset="0"/>
      <p:regular r:id="rId20"/>
      <p:italic r:id="rId21"/>
    </p:embeddedFont>
    <p:embeddedFont>
      <p:font typeface="Calibri" pitchFamily="34" charset="0"/>
      <p:regular r:id="rId22"/>
      <p:bold r:id="rId23"/>
      <p:italic r:id="rId24"/>
      <p:boldItalic r:id="rId25"/>
    </p:embeddedFont>
    <p:embeddedFont>
      <p:font typeface="맑은 고딕" pitchFamily="34" charset="-127"/>
      <p:regular r:id="rId26"/>
      <p:bold r:id="rId27"/>
    </p:embeddedFont>
  </p:embeddedFontLst>
  <p:defaultTextStyle>
    <a:defPPr>
      <a:defRPr lang="ko-KR"/>
    </a:defPPr>
    <a:lvl1pPr marL="0" algn="l" defTabSz="995690" rtl="0" eaLnBrk="1" latinLnBrk="1" hangingPunct="1">
      <a:defRPr sz="2000" kern="1200">
        <a:solidFill>
          <a:schemeClr val="tx1"/>
        </a:solidFill>
        <a:latin typeface="+mn-lt"/>
        <a:ea typeface="+mn-ea"/>
        <a:cs typeface="+mn-cs"/>
      </a:defRPr>
    </a:lvl1pPr>
    <a:lvl2pPr marL="497845" algn="l" defTabSz="995690" rtl="0" eaLnBrk="1" latinLnBrk="1" hangingPunct="1">
      <a:defRPr sz="2000" kern="1200">
        <a:solidFill>
          <a:schemeClr val="tx1"/>
        </a:solidFill>
        <a:latin typeface="+mn-lt"/>
        <a:ea typeface="+mn-ea"/>
        <a:cs typeface="+mn-cs"/>
      </a:defRPr>
    </a:lvl2pPr>
    <a:lvl3pPr marL="995690" algn="l" defTabSz="995690" rtl="0" eaLnBrk="1" latinLnBrk="1" hangingPunct="1">
      <a:defRPr sz="2000" kern="1200">
        <a:solidFill>
          <a:schemeClr val="tx1"/>
        </a:solidFill>
        <a:latin typeface="+mn-lt"/>
        <a:ea typeface="+mn-ea"/>
        <a:cs typeface="+mn-cs"/>
      </a:defRPr>
    </a:lvl3pPr>
    <a:lvl4pPr marL="1493535" algn="l" defTabSz="995690" rtl="0" eaLnBrk="1" latinLnBrk="1" hangingPunct="1">
      <a:defRPr sz="2000" kern="1200">
        <a:solidFill>
          <a:schemeClr val="tx1"/>
        </a:solidFill>
        <a:latin typeface="+mn-lt"/>
        <a:ea typeface="+mn-ea"/>
        <a:cs typeface="+mn-cs"/>
      </a:defRPr>
    </a:lvl4pPr>
    <a:lvl5pPr marL="1991380" algn="l" defTabSz="995690" rtl="0" eaLnBrk="1" latinLnBrk="1" hangingPunct="1">
      <a:defRPr sz="2000" kern="1200">
        <a:solidFill>
          <a:schemeClr val="tx1"/>
        </a:solidFill>
        <a:latin typeface="+mn-lt"/>
        <a:ea typeface="+mn-ea"/>
        <a:cs typeface="+mn-cs"/>
      </a:defRPr>
    </a:lvl5pPr>
    <a:lvl6pPr marL="2489225" algn="l" defTabSz="995690" rtl="0" eaLnBrk="1" latinLnBrk="1" hangingPunct="1">
      <a:defRPr sz="2000" kern="1200">
        <a:solidFill>
          <a:schemeClr val="tx1"/>
        </a:solidFill>
        <a:latin typeface="+mn-lt"/>
        <a:ea typeface="+mn-ea"/>
        <a:cs typeface="+mn-cs"/>
      </a:defRPr>
    </a:lvl6pPr>
    <a:lvl7pPr marL="2987070" algn="l" defTabSz="995690" rtl="0" eaLnBrk="1" latinLnBrk="1" hangingPunct="1">
      <a:defRPr sz="2000" kern="1200">
        <a:solidFill>
          <a:schemeClr val="tx1"/>
        </a:solidFill>
        <a:latin typeface="+mn-lt"/>
        <a:ea typeface="+mn-ea"/>
        <a:cs typeface="+mn-cs"/>
      </a:defRPr>
    </a:lvl7pPr>
    <a:lvl8pPr marL="3484916" algn="l" defTabSz="995690" rtl="0" eaLnBrk="1" latinLnBrk="1" hangingPunct="1">
      <a:defRPr sz="2000" kern="1200">
        <a:solidFill>
          <a:schemeClr val="tx1"/>
        </a:solidFill>
        <a:latin typeface="+mn-lt"/>
        <a:ea typeface="+mn-ea"/>
        <a:cs typeface="+mn-cs"/>
      </a:defRPr>
    </a:lvl8pPr>
    <a:lvl9pPr marL="3982761" algn="l" defTabSz="995690" rtl="0" eaLnBrk="1" latinLnBrk="1" hangingPunct="1">
      <a:defRPr sz="20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guide id="3" orient="horz" pos="2161">
          <p15:clr>
            <a:srgbClr val="A4A3A4"/>
          </p15:clr>
        </p15:guide>
        <p15:guide id="4" pos="384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92C2"/>
    <a:srgbClr val="25425F"/>
    <a:srgbClr val="2581AE"/>
    <a:srgbClr val="F8F8F8"/>
    <a:srgbClr val="32A3DB"/>
    <a:srgbClr val="47730E"/>
    <a:srgbClr val="94AB73"/>
    <a:srgbClr val="EFEEEA"/>
    <a:srgbClr val="C5CED5"/>
    <a:srgbClr val="7C380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a:tblStyle styleId="{F5AB1C69-6EDB-4FF4-983F-18BD219EF322}" styleName="보통 스타일 2 - 강조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43" autoAdjust="0"/>
    <p:restoredTop sz="95369" autoAdjust="0"/>
  </p:normalViewPr>
  <p:slideViewPr>
    <p:cSldViewPr>
      <p:cViewPr varScale="1">
        <p:scale>
          <a:sx n="70" d="100"/>
          <a:sy n="70" d="100"/>
        </p:scale>
        <p:origin x="-942" y="-102"/>
      </p:cViewPr>
      <p:guideLst>
        <p:guide orient="horz" pos="2160"/>
        <p:guide orient="horz" pos="2161"/>
        <p:guide pos="288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0"/>
    </p:cViewPr>
  </p:sorterViewPr>
  <p:notesViewPr>
    <p:cSldViewPr>
      <p:cViewPr varScale="1">
        <p:scale>
          <a:sx n="85" d="100"/>
          <a:sy n="85" d="100"/>
        </p:scale>
        <p:origin x="-3870" y="-84"/>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handoutMaster" Target="handoutMasters/handoutMaster1.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D4CCFBE2-2B8D-499C-81C9-2CD5B3EB8E93}" type="datetimeFigureOut">
              <a:rPr lang="ko-KR" altLang="en-US" smtClean="0"/>
              <a:pPr/>
              <a:t>2024-10-18</a:t>
            </a:fld>
            <a:endParaRPr lang="ko-KR" altLang="en-US"/>
          </a:p>
        </p:txBody>
      </p:sp>
      <p:sp>
        <p:nvSpPr>
          <p:cNvPr id="4" name="바닥글 개체 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554DD7E-3179-445A-81DB-781C4554AFF2}" type="slidenum">
              <a:rPr lang="ko-KR" altLang="en-US" smtClean="0"/>
              <a:pPr/>
              <a:t>‹#›</a:t>
            </a:fld>
            <a:endParaRPr lang="ko-KR" altLang="en-US"/>
          </a:p>
        </p:txBody>
      </p:sp>
    </p:spTree>
    <p:extLst>
      <p:ext uri="{BB962C8B-B14F-4D97-AF65-F5344CB8AC3E}">
        <p14:creationId xmlns:p14="http://schemas.microsoft.com/office/powerpoint/2010/main" val="24695366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B545AC5-813F-4ED1-B011-8EA17CB93331}" type="datetimeFigureOut">
              <a:rPr lang="ko-KR" altLang="en-US" smtClean="0"/>
              <a:pPr/>
              <a:t>2024-10-18</a:t>
            </a:fld>
            <a:endParaRPr lang="ko-KR" altLang="en-US"/>
          </a:p>
        </p:txBody>
      </p:sp>
      <p:sp>
        <p:nvSpPr>
          <p:cNvPr id="4" name="슬라이드 이미지 개체 틀 3"/>
          <p:cNvSpPr>
            <a:spLocks noGrp="1" noRot="1" noChangeAspect="1"/>
          </p:cNvSpPr>
          <p:nvPr>
            <p:ph type="sldImg" idx="2"/>
          </p:nvPr>
        </p:nvSpPr>
        <p:spPr>
          <a:xfrm>
            <a:off x="382588" y="685800"/>
            <a:ext cx="6092825" cy="34290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6" name="바닥글 개체 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5504B90-27FD-422C-8CC6-2AADAD122D08}" type="slidenum">
              <a:rPr lang="ko-KR" altLang="en-US" smtClean="0"/>
              <a:pPr/>
              <a:t>‹#›</a:t>
            </a:fld>
            <a:endParaRPr lang="ko-KR" altLang="en-US"/>
          </a:p>
        </p:txBody>
      </p:sp>
    </p:spTree>
    <p:extLst>
      <p:ext uri="{BB962C8B-B14F-4D97-AF65-F5344CB8AC3E}">
        <p14:creationId xmlns:p14="http://schemas.microsoft.com/office/powerpoint/2010/main" val="268707270"/>
      </p:ext>
    </p:extLst>
  </p:cSld>
  <p:clrMap bg1="lt1" tx1="dk1" bg2="lt2" tx2="dk2" accent1="accent1" accent2="accent2" accent3="accent3" accent4="accent4" accent5="accent5" accent6="accent6" hlink="hlink" folHlink="folHlink"/>
  <p:notesStyle>
    <a:lvl1pPr marL="0" algn="l" defTabSz="995690" rtl="0" eaLnBrk="1" latinLnBrk="1" hangingPunct="1">
      <a:defRPr sz="1300" kern="1200">
        <a:solidFill>
          <a:schemeClr val="tx1"/>
        </a:solidFill>
        <a:latin typeface="+mn-lt"/>
        <a:ea typeface="+mn-ea"/>
        <a:cs typeface="+mn-cs"/>
      </a:defRPr>
    </a:lvl1pPr>
    <a:lvl2pPr marL="497845" algn="l" defTabSz="995690" rtl="0" eaLnBrk="1" latinLnBrk="1" hangingPunct="1">
      <a:defRPr sz="1300" kern="1200">
        <a:solidFill>
          <a:schemeClr val="tx1"/>
        </a:solidFill>
        <a:latin typeface="+mn-lt"/>
        <a:ea typeface="+mn-ea"/>
        <a:cs typeface="+mn-cs"/>
      </a:defRPr>
    </a:lvl2pPr>
    <a:lvl3pPr marL="995690" algn="l" defTabSz="995690" rtl="0" eaLnBrk="1" latinLnBrk="1" hangingPunct="1">
      <a:defRPr sz="1300" kern="1200">
        <a:solidFill>
          <a:schemeClr val="tx1"/>
        </a:solidFill>
        <a:latin typeface="+mn-lt"/>
        <a:ea typeface="+mn-ea"/>
        <a:cs typeface="+mn-cs"/>
      </a:defRPr>
    </a:lvl3pPr>
    <a:lvl4pPr marL="1493535" algn="l" defTabSz="995690" rtl="0" eaLnBrk="1" latinLnBrk="1" hangingPunct="1">
      <a:defRPr sz="1300" kern="1200">
        <a:solidFill>
          <a:schemeClr val="tx1"/>
        </a:solidFill>
        <a:latin typeface="+mn-lt"/>
        <a:ea typeface="+mn-ea"/>
        <a:cs typeface="+mn-cs"/>
      </a:defRPr>
    </a:lvl4pPr>
    <a:lvl5pPr marL="1991380" algn="l" defTabSz="995690" rtl="0" eaLnBrk="1" latinLnBrk="1" hangingPunct="1">
      <a:defRPr sz="1300" kern="1200">
        <a:solidFill>
          <a:schemeClr val="tx1"/>
        </a:solidFill>
        <a:latin typeface="+mn-lt"/>
        <a:ea typeface="+mn-ea"/>
        <a:cs typeface="+mn-cs"/>
      </a:defRPr>
    </a:lvl5pPr>
    <a:lvl6pPr marL="2489225" algn="l" defTabSz="995690" rtl="0" eaLnBrk="1" latinLnBrk="1" hangingPunct="1">
      <a:defRPr sz="1300" kern="1200">
        <a:solidFill>
          <a:schemeClr val="tx1"/>
        </a:solidFill>
        <a:latin typeface="+mn-lt"/>
        <a:ea typeface="+mn-ea"/>
        <a:cs typeface="+mn-cs"/>
      </a:defRPr>
    </a:lvl6pPr>
    <a:lvl7pPr marL="2987070" algn="l" defTabSz="995690" rtl="0" eaLnBrk="1" latinLnBrk="1" hangingPunct="1">
      <a:defRPr sz="1300" kern="1200">
        <a:solidFill>
          <a:schemeClr val="tx1"/>
        </a:solidFill>
        <a:latin typeface="+mn-lt"/>
        <a:ea typeface="+mn-ea"/>
        <a:cs typeface="+mn-cs"/>
      </a:defRPr>
    </a:lvl7pPr>
    <a:lvl8pPr marL="3484916" algn="l" defTabSz="995690" rtl="0" eaLnBrk="1" latinLnBrk="1" hangingPunct="1">
      <a:defRPr sz="1300" kern="1200">
        <a:solidFill>
          <a:schemeClr val="tx1"/>
        </a:solidFill>
        <a:latin typeface="+mn-lt"/>
        <a:ea typeface="+mn-ea"/>
        <a:cs typeface="+mn-cs"/>
      </a:defRPr>
    </a:lvl8pPr>
    <a:lvl9pPr marL="3982761" algn="l" defTabSz="995690" rtl="0" eaLnBrk="1" latinLnBrk="1" hangingPunct="1">
      <a:defRPr sz="13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2588" y="685800"/>
            <a:ext cx="6092825" cy="3429000"/>
          </a:xfrm>
        </p:spPr>
      </p:sp>
      <p:sp>
        <p:nvSpPr>
          <p:cNvPr id="3" name="슬라이드 노트 개체 틀 2"/>
          <p:cNvSpPr>
            <a:spLocks noGrp="1"/>
          </p:cNvSpPr>
          <p:nvPr>
            <p:ph type="body" idx="1"/>
          </p:nvPr>
        </p:nvSpPr>
        <p:spPr/>
        <p:txBody>
          <a:bodyPr>
            <a:normAutofit/>
          </a:bodyPr>
          <a:lstStyle/>
          <a:p>
            <a:endParaRPr lang="ko-KR" altLang="en-US" dirty="0"/>
          </a:p>
        </p:txBody>
      </p:sp>
      <p:sp>
        <p:nvSpPr>
          <p:cNvPr id="4" name="슬라이드 번호 개체 틀 3"/>
          <p:cNvSpPr>
            <a:spLocks noGrp="1"/>
          </p:cNvSpPr>
          <p:nvPr>
            <p:ph type="sldNum" sz="quarter" idx="10"/>
          </p:nvPr>
        </p:nvSpPr>
        <p:spPr/>
        <p:txBody>
          <a:bodyPr/>
          <a:lstStyle/>
          <a:p>
            <a:fld id="{A5504B90-27FD-422C-8CC6-2AADAD122D08}" type="slidenum">
              <a:rPr lang="ko-KR" altLang="en-US" smtClean="0"/>
              <a:pPr/>
              <a:t>1</a:t>
            </a:fld>
            <a:endParaRPr lang="ko-KR" altLang="en-US" dirty="0"/>
          </a:p>
        </p:txBody>
      </p:sp>
    </p:spTree>
    <p:extLst>
      <p:ext uri="{BB962C8B-B14F-4D97-AF65-F5344CB8AC3E}">
        <p14:creationId xmlns:p14="http://schemas.microsoft.com/office/powerpoint/2010/main" val="233910614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1240"/>
            <a:ext cx="12190405" cy="6857103"/>
          </a:xfrm>
          <a:prstGeom prst="rect">
            <a:avLst/>
          </a:prstGeom>
        </p:spPr>
      </p:pic>
      <p:sp>
        <p:nvSpPr>
          <p:cNvPr id="4" name="날짜 개체 틀 3"/>
          <p:cNvSpPr>
            <a:spLocks noGrp="1"/>
          </p:cNvSpPr>
          <p:nvPr>
            <p:ph type="dt" sz="half" idx="10"/>
          </p:nvPr>
        </p:nvSpPr>
        <p:spPr/>
        <p:txBody>
          <a:bodyPr/>
          <a:lstStyle>
            <a:lvl1pPr>
              <a:defRPr>
                <a:latin typeface="+mj-lt"/>
              </a:defRPr>
            </a:lvl1pPr>
          </a:lstStyle>
          <a:p>
            <a:fld id="{ED3D6733-6F27-4404-AB51-585418F146E5}" type="datetimeFigureOut">
              <a:rPr lang="ko-KR" altLang="en-US" smtClean="0"/>
              <a:pPr/>
              <a:t>2024-10-18</a:t>
            </a:fld>
            <a:endParaRPr lang="ko-KR" altLang="en-US"/>
          </a:p>
        </p:txBody>
      </p:sp>
      <p:sp>
        <p:nvSpPr>
          <p:cNvPr id="5" name="바닥글 개체 틀 4"/>
          <p:cNvSpPr>
            <a:spLocks noGrp="1"/>
          </p:cNvSpPr>
          <p:nvPr>
            <p:ph type="ftr" sz="quarter" idx="11"/>
          </p:nvPr>
        </p:nvSpPr>
        <p:spPr/>
        <p:txBody>
          <a:bodyPr/>
          <a:lstStyle>
            <a:lvl1pPr>
              <a:defRPr>
                <a:latin typeface="+mj-lt"/>
              </a:defRPr>
            </a:lvl1pPr>
          </a:lstStyle>
          <a:p>
            <a:endParaRPr lang="ko-KR" altLang="en-US"/>
          </a:p>
        </p:txBody>
      </p:sp>
      <p:sp>
        <p:nvSpPr>
          <p:cNvPr id="6" name="슬라이드 번호 개체 틀 5"/>
          <p:cNvSpPr>
            <a:spLocks noGrp="1"/>
          </p:cNvSpPr>
          <p:nvPr>
            <p:ph type="sldNum" sz="quarter" idx="12"/>
          </p:nvPr>
        </p:nvSpPr>
        <p:spPr/>
        <p:txBody>
          <a:bodyPr/>
          <a:lstStyle>
            <a:lvl1pPr>
              <a:defRPr>
                <a:latin typeface="+mj-lt"/>
              </a:defRPr>
            </a:lvl1pPr>
          </a:lstStyle>
          <a:p>
            <a:fld id="{EE6BC638-39B7-4287-91A7-2A3DDA573295}" type="slidenum">
              <a:rPr lang="ko-KR" altLang="en-US" smtClean="0"/>
              <a:pPr/>
              <a:t>‹#›</a:t>
            </a:fld>
            <a:endParaRPr lang="ko-KR" altLang="en-US"/>
          </a:p>
        </p:txBody>
      </p:sp>
      <p:sp>
        <p:nvSpPr>
          <p:cNvPr id="14" name="부제목 2"/>
          <p:cNvSpPr>
            <a:spLocks noGrp="1"/>
          </p:cNvSpPr>
          <p:nvPr>
            <p:ph type="subTitle" idx="1"/>
          </p:nvPr>
        </p:nvSpPr>
        <p:spPr>
          <a:xfrm>
            <a:off x="694606" y="765498"/>
            <a:ext cx="10801200" cy="547081"/>
          </a:xfrm>
          <a:noFill/>
          <a:ln w="9525">
            <a:noFill/>
            <a:miter lim="800000"/>
            <a:headEnd/>
            <a:tailEnd/>
          </a:ln>
        </p:spPr>
        <p:txBody>
          <a:bodyPr vert="horz" wrap="square" lIns="99569" tIns="49785" rIns="99569" bIns="49785" numCol="1" rtlCol="0" anchor="t" anchorCtr="0" compatLnSpc="1">
            <a:prstTxWarp prst="textNoShape">
              <a:avLst/>
            </a:prstTxWarp>
            <a:noAutofit/>
          </a:bodyPr>
          <a:lstStyle>
            <a:lvl1pPr marL="0" indent="0" algn="ctr" defTabSz="995690" rtl="0" eaLnBrk="1" fontAlgn="base" latinLnBrk="1" hangingPunct="1">
              <a:lnSpc>
                <a:spcPct val="100000"/>
              </a:lnSpc>
              <a:spcBef>
                <a:spcPct val="0"/>
              </a:spcBef>
              <a:spcAft>
                <a:spcPct val="0"/>
              </a:spcAft>
              <a:buClr>
                <a:schemeClr val="hlink"/>
              </a:buClr>
              <a:buFont typeface="굴림체" pitchFamily="49" charset="-127"/>
              <a:buNone/>
              <a:defRPr lang="ko-KR" altLang="en-US" sz="1200" kern="1200" baseline="0" dirty="0">
                <a:solidFill>
                  <a:srgbClr val="25425F"/>
                </a:solidFill>
                <a:effectLst/>
                <a:latin typeface="+mj-lt"/>
                <a:ea typeface="맑은 고딕" pitchFamily="50" charset="-127"/>
                <a:cs typeface="+mj-cs"/>
              </a:defRPr>
            </a:lvl1pPr>
            <a:lvl2pPr marL="497845" indent="0" algn="ctr">
              <a:buNone/>
              <a:defRPr>
                <a:solidFill>
                  <a:schemeClr val="tx1">
                    <a:tint val="75000"/>
                  </a:schemeClr>
                </a:solidFill>
              </a:defRPr>
            </a:lvl2pPr>
            <a:lvl3pPr marL="995690" indent="0" algn="ctr">
              <a:buNone/>
              <a:defRPr>
                <a:solidFill>
                  <a:schemeClr val="tx1">
                    <a:tint val="75000"/>
                  </a:schemeClr>
                </a:solidFill>
              </a:defRPr>
            </a:lvl3pPr>
            <a:lvl4pPr marL="1493535" indent="0" algn="ctr">
              <a:buNone/>
              <a:defRPr>
                <a:solidFill>
                  <a:schemeClr val="tx1">
                    <a:tint val="75000"/>
                  </a:schemeClr>
                </a:solidFill>
              </a:defRPr>
            </a:lvl4pPr>
            <a:lvl5pPr marL="1991380" indent="0" algn="ctr">
              <a:buNone/>
              <a:defRPr>
                <a:solidFill>
                  <a:schemeClr val="tx1">
                    <a:tint val="75000"/>
                  </a:schemeClr>
                </a:solidFill>
              </a:defRPr>
            </a:lvl5pPr>
            <a:lvl6pPr marL="2489225" indent="0" algn="ctr">
              <a:buNone/>
              <a:defRPr>
                <a:solidFill>
                  <a:schemeClr val="tx1">
                    <a:tint val="75000"/>
                  </a:schemeClr>
                </a:solidFill>
              </a:defRPr>
            </a:lvl6pPr>
            <a:lvl7pPr marL="2987070" indent="0" algn="ctr">
              <a:buNone/>
              <a:defRPr>
                <a:solidFill>
                  <a:schemeClr val="tx1">
                    <a:tint val="75000"/>
                  </a:schemeClr>
                </a:solidFill>
              </a:defRPr>
            </a:lvl7pPr>
            <a:lvl8pPr marL="3484916" indent="0" algn="ctr">
              <a:buNone/>
              <a:defRPr>
                <a:solidFill>
                  <a:schemeClr val="tx1">
                    <a:tint val="75000"/>
                  </a:schemeClr>
                </a:solidFill>
              </a:defRPr>
            </a:lvl8pPr>
            <a:lvl9pPr marL="3982761" indent="0" algn="ctr">
              <a:buNone/>
              <a:defRPr>
                <a:solidFill>
                  <a:schemeClr val="tx1">
                    <a:tint val="75000"/>
                  </a:schemeClr>
                </a:solidFill>
              </a:defRPr>
            </a:lvl9pPr>
          </a:lstStyle>
          <a:p>
            <a:endParaRPr lang="ko-KR" altLang="en-US" dirty="0"/>
          </a:p>
        </p:txBody>
      </p:sp>
      <p:sp>
        <p:nvSpPr>
          <p:cNvPr id="15" name="제목 1"/>
          <p:cNvSpPr>
            <a:spLocks noGrp="1"/>
          </p:cNvSpPr>
          <p:nvPr>
            <p:ph type="ctrTitle" hasCustomPrompt="1"/>
          </p:nvPr>
        </p:nvSpPr>
        <p:spPr>
          <a:xfrm>
            <a:off x="329743" y="1188407"/>
            <a:ext cx="11530926" cy="1233276"/>
          </a:xfrm>
          <a:noFill/>
          <a:ln w="9525">
            <a:noFill/>
            <a:miter lim="800000"/>
            <a:headEnd/>
            <a:tailEnd/>
          </a:ln>
        </p:spPr>
        <p:txBody>
          <a:bodyPr vert="horz" wrap="square" lIns="99569" tIns="49785" rIns="99569" bIns="49785" numCol="1" rtlCol="0" anchor="t" anchorCtr="0" compatLnSpc="1">
            <a:prstTxWarp prst="textNoShape">
              <a:avLst/>
            </a:prstTxWarp>
            <a:noAutofit/>
          </a:bodyPr>
          <a:lstStyle>
            <a:lvl1pPr marL="0" indent="0" algn="ctr" defTabSz="995690" rtl="0" eaLnBrk="1" fontAlgn="base" latinLnBrk="1" hangingPunct="1">
              <a:lnSpc>
                <a:spcPct val="100000"/>
              </a:lnSpc>
              <a:spcBef>
                <a:spcPct val="0"/>
              </a:spcBef>
              <a:spcAft>
                <a:spcPct val="0"/>
              </a:spcAft>
              <a:buClr>
                <a:schemeClr val="hlink"/>
              </a:buClr>
              <a:buFont typeface="굴림체" pitchFamily="49" charset="-127"/>
              <a:buNone/>
              <a:defRPr lang="ko-KR" altLang="en-US" sz="5800" kern="1200" baseline="0" dirty="0">
                <a:solidFill>
                  <a:srgbClr val="25425F"/>
                </a:solidFill>
                <a:effectLst/>
                <a:latin typeface="+mj-lt"/>
                <a:ea typeface="맑은 고딕" pitchFamily="50" charset="-127"/>
                <a:cs typeface="+mj-cs"/>
              </a:defRPr>
            </a:lvl1pPr>
          </a:lstStyle>
          <a:p>
            <a:r>
              <a:rPr lang="ko-KR" altLang="en-US" dirty="0"/>
              <a:t>제목을</a:t>
            </a:r>
            <a:r>
              <a:rPr lang="en-US" altLang="ko-KR" dirty="0"/>
              <a:t> </a:t>
            </a:r>
            <a:r>
              <a:rPr lang="ko-KR" altLang="en-US" dirty="0" smtClean="0"/>
              <a:t>입력하시오</a:t>
            </a:r>
            <a:endParaRPr lang="ko-KR"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빈 화면">
    <p:bg>
      <p:bgPr>
        <a:solidFill>
          <a:schemeClr val="bg1"/>
        </a:solidFill>
        <a:effectLst/>
      </p:bgPr>
    </p:bg>
    <p:spTree>
      <p:nvGrpSpPr>
        <p:cNvPr id="1" name=""/>
        <p:cNvGrpSpPr/>
        <p:nvPr/>
      </p:nvGrpSpPr>
      <p:grpSpPr>
        <a:xfrm>
          <a:off x="0" y="0"/>
          <a:ext cx="0" cy="0"/>
          <a:chOff x="0" y="0"/>
          <a:chExt cx="0" cy="0"/>
        </a:xfrm>
      </p:grpSpPr>
      <p:pic>
        <p:nvPicPr>
          <p:cNvPr id="5" name="그림 4"/>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1240"/>
            <a:ext cx="12190405" cy="6857103"/>
          </a:xfrm>
          <a:prstGeom prst="rect">
            <a:avLst/>
          </a:prstGeom>
        </p:spPr>
      </p:pic>
      <p:sp>
        <p:nvSpPr>
          <p:cNvPr id="2" name="날짜 개체 틀 1"/>
          <p:cNvSpPr>
            <a:spLocks noGrp="1"/>
          </p:cNvSpPr>
          <p:nvPr>
            <p:ph type="dt" sz="half" idx="10"/>
          </p:nvPr>
        </p:nvSpPr>
        <p:spPr/>
        <p:txBody>
          <a:bodyPr/>
          <a:lstStyle/>
          <a:p>
            <a:fld id="{ED3D6733-6F27-4404-AB51-585418F146E5}" type="datetimeFigureOut">
              <a:rPr lang="ko-KR" altLang="en-US" smtClean="0"/>
              <a:pPr/>
              <a:t>2024-10-18</a:t>
            </a:fld>
            <a:endParaRPr lang="ko-KR" altLang="en-US"/>
          </a:p>
        </p:txBody>
      </p:sp>
      <p:sp>
        <p:nvSpPr>
          <p:cNvPr id="3" name="바닥글 개체 틀 2"/>
          <p:cNvSpPr>
            <a:spLocks noGrp="1"/>
          </p:cNvSpPr>
          <p:nvPr>
            <p:ph type="ftr" sz="quarter" idx="11"/>
          </p:nvPr>
        </p:nvSpPr>
        <p:spPr/>
        <p:txBody>
          <a:bodyPr/>
          <a:lstStyle/>
          <a:p>
            <a:endParaRPr lang="ko-KR" altLang="en-US"/>
          </a:p>
        </p:txBody>
      </p:sp>
      <p:sp>
        <p:nvSpPr>
          <p:cNvPr id="4" name="슬라이드 번호 개체 틀 3"/>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구역 머리글">
    <p:bg>
      <p:bgPr>
        <a:solidFill>
          <a:schemeClr val="bg1"/>
        </a:solidFill>
        <a:effectLst/>
      </p:bgPr>
    </p:bg>
    <p:spTree>
      <p:nvGrpSpPr>
        <p:cNvPr id="1" name=""/>
        <p:cNvGrpSpPr/>
        <p:nvPr/>
      </p:nvGrpSpPr>
      <p:grpSpPr>
        <a:xfrm>
          <a:off x="0" y="0"/>
          <a:ext cx="0" cy="0"/>
          <a:chOff x="0" y="0"/>
          <a:chExt cx="0" cy="0"/>
        </a:xfrm>
      </p:grpSpPr>
      <p:pic>
        <p:nvPicPr>
          <p:cNvPr id="2" name="그림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1240"/>
            <a:ext cx="12190405" cy="6857103"/>
          </a:xfrm>
          <a:prstGeom prst="rect">
            <a:avLst/>
          </a:prstGeom>
        </p:spPr>
      </p:pic>
      <p:sp>
        <p:nvSpPr>
          <p:cNvPr id="4" name="날짜 개체 틀 3"/>
          <p:cNvSpPr>
            <a:spLocks noGrp="1"/>
          </p:cNvSpPr>
          <p:nvPr>
            <p:ph type="dt" sz="half" idx="10"/>
          </p:nvPr>
        </p:nvSpPr>
        <p:spPr/>
        <p:txBody>
          <a:bodyPr/>
          <a:lstStyle/>
          <a:p>
            <a:fld id="{ED3D6733-6F27-4404-AB51-585418F146E5}" type="datetimeFigureOut">
              <a:rPr lang="ko-KR" altLang="en-US" smtClean="0"/>
              <a:pPr/>
              <a:t>2024-10-18</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EE6BC638-39B7-4287-91A7-2A3DDA573295}" type="slidenum">
              <a:rPr lang="ko-KR" altLang="en-US" smtClean="0"/>
              <a:pPr/>
              <a:t>‹#›</a:t>
            </a:fld>
            <a:endParaRPr lang="ko-KR"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사용자 지정 레이아웃">
    <p:bg>
      <p:bgPr>
        <a:solidFill>
          <a:schemeClr val="bg1"/>
        </a:solidFill>
        <a:effectLst/>
      </p:bgPr>
    </p:bg>
    <p:spTree>
      <p:nvGrpSpPr>
        <p:cNvPr id="1" name=""/>
        <p:cNvGrpSpPr/>
        <p:nvPr/>
      </p:nvGrpSpPr>
      <p:grpSpPr>
        <a:xfrm>
          <a:off x="0" y="0"/>
          <a:ext cx="0" cy="0"/>
          <a:chOff x="0" y="0"/>
          <a:chExt cx="0" cy="0"/>
        </a:xfrm>
      </p:grpSpPr>
      <p:pic>
        <p:nvPicPr>
          <p:cNvPr id="6" name="그림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1240"/>
            <a:ext cx="12190405" cy="6857103"/>
          </a:xfrm>
          <a:prstGeom prst="rect">
            <a:avLst/>
          </a:prstGeom>
        </p:spPr>
      </p:pic>
      <p:sp>
        <p:nvSpPr>
          <p:cNvPr id="15" name="내용 개체 틀 2"/>
          <p:cNvSpPr>
            <a:spLocks noGrp="1"/>
          </p:cNvSpPr>
          <p:nvPr>
            <p:ph idx="1" hasCustomPrompt="1"/>
          </p:nvPr>
        </p:nvSpPr>
        <p:spPr>
          <a:xfrm>
            <a:off x="609521" y="1485579"/>
            <a:ext cx="10971372" cy="4824535"/>
          </a:xfrm>
        </p:spPr>
        <p:txBody>
          <a:bodyPr>
            <a:normAutofit/>
          </a:bodyPr>
          <a:lstStyle>
            <a:lvl1pPr algn="l">
              <a:buNone/>
              <a:defRPr sz="2000" i="1" baseline="0">
                <a:solidFill>
                  <a:srgbClr val="3392C2"/>
                </a:solidFill>
                <a:latin typeface="+mj-lt"/>
                <a:ea typeface="맑은 고딕" pitchFamily="50" charset="-127"/>
              </a:defRPr>
            </a:lvl1pPr>
            <a:lvl2pPr algn="l">
              <a:buNone/>
              <a:defRPr sz="2500" baseline="0">
                <a:solidFill>
                  <a:schemeClr val="tx1">
                    <a:lumMod val="75000"/>
                    <a:lumOff val="25000"/>
                  </a:schemeClr>
                </a:solidFill>
                <a:latin typeface="Noto Sans" pitchFamily="34" charset="0"/>
                <a:ea typeface="맑은 고딕" pitchFamily="50" charset="-127"/>
              </a:defRPr>
            </a:lvl2pPr>
            <a:lvl3pPr algn="l">
              <a:buNone/>
              <a:defRPr sz="2500" baseline="0">
                <a:solidFill>
                  <a:schemeClr val="tx1">
                    <a:lumMod val="75000"/>
                    <a:lumOff val="25000"/>
                  </a:schemeClr>
                </a:solidFill>
                <a:latin typeface="Noto Sans" pitchFamily="34" charset="0"/>
                <a:ea typeface="맑은 고딕" pitchFamily="50" charset="-127"/>
              </a:defRPr>
            </a:lvl3pPr>
            <a:lvl4pPr algn="l">
              <a:buNone/>
              <a:defRPr sz="2500" baseline="0">
                <a:solidFill>
                  <a:schemeClr val="tx1">
                    <a:lumMod val="75000"/>
                    <a:lumOff val="25000"/>
                  </a:schemeClr>
                </a:solidFill>
                <a:latin typeface="Noto Sans" pitchFamily="34" charset="0"/>
                <a:ea typeface="맑은 고딕" pitchFamily="50" charset="-127"/>
              </a:defRPr>
            </a:lvl4pPr>
            <a:lvl5pPr algn="l">
              <a:buNone/>
              <a:defRPr sz="2500" baseline="0">
                <a:solidFill>
                  <a:schemeClr val="tx1">
                    <a:lumMod val="75000"/>
                    <a:lumOff val="25000"/>
                  </a:schemeClr>
                </a:solidFill>
                <a:latin typeface="Noto Sans" pitchFamily="34" charset="0"/>
                <a:ea typeface="맑은 고딕" pitchFamily="50" charset="-127"/>
              </a:defRPr>
            </a:lvl5pPr>
          </a:lstStyle>
          <a:p>
            <a:pPr lvl="0"/>
            <a:r>
              <a:rPr lang="en-US" altLang="ko-KR" dirty="0" smtClean="0"/>
              <a:t>Replaced with your own text</a:t>
            </a:r>
            <a:endParaRPr lang="ko-KR" altLang="en-US" dirty="0"/>
          </a:p>
        </p:txBody>
      </p:sp>
      <p:sp>
        <p:nvSpPr>
          <p:cNvPr id="14" name="제목 1"/>
          <p:cNvSpPr>
            <a:spLocks noGrp="1"/>
          </p:cNvSpPr>
          <p:nvPr>
            <p:ph type="title"/>
          </p:nvPr>
        </p:nvSpPr>
        <p:spPr>
          <a:xfrm>
            <a:off x="609520" y="189434"/>
            <a:ext cx="10971373" cy="798753"/>
          </a:xfrm>
        </p:spPr>
        <p:txBody>
          <a:bodyPr vert="horz" lIns="99569" tIns="49785" rIns="99569" bIns="49785" rtlCol="0" anchor="ctr">
            <a:normAutofit/>
          </a:bodyPr>
          <a:lstStyle>
            <a:lvl1pPr algn="ctr" defTabSz="995690" rtl="0" eaLnBrk="1" latinLnBrk="1" hangingPunct="1">
              <a:spcBef>
                <a:spcPct val="0"/>
              </a:spcBef>
              <a:buNone/>
              <a:defRPr lang="ko-KR" altLang="en-US" sz="4000" b="1" kern="1200" baseline="0" dirty="0">
                <a:solidFill>
                  <a:schemeClr val="bg1"/>
                </a:solidFill>
                <a:effectLst/>
                <a:latin typeface="+mj-lt"/>
                <a:ea typeface="맑은 고딕" pitchFamily="50" charset="-127"/>
                <a:cs typeface="+mj-cs"/>
              </a:defRPr>
            </a:lvl1pPr>
          </a:lstStyle>
          <a:p>
            <a:r>
              <a:rPr lang="ko-KR" altLang="en-US" dirty="0"/>
              <a:t>마스터 제목 스타일 편집</a:t>
            </a:r>
          </a:p>
        </p:txBody>
      </p:sp>
      <p:sp>
        <p:nvSpPr>
          <p:cNvPr id="12" name="날짜 개체 틀 3"/>
          <p:cNvSpPr>
            <a:spLocks noGrp="1"/>
          </p:cNvSpPr>
          <p:nvPr>
            <p:ph type="dt" sz="half" idx="10"/>
          </p:nvPr>
        </p:nvSpPr>
        <p:spPr>
          <a:xfrm>
            <a:off x="609521" y="6502342"/>
            <a:ext cx="2844430" cy="220692"/>
          </a:xfrm>
        </p:spPr>
        <p:txBody>
          <a:bodyPr/>
          <a:lstStyle>
            <a:lvl1pPr>
              <a:defRPr>
                <a:latin typeface="+mj-lt"/>
              </a:defRPr>
            </a:lvl1pPr>
          </a:lstStyle>
          <a:p>
            <a:fld id="{ED3D6733-6F27-4404-AB51-585418F146E5}" type="datetimeFigureOut">
              <a:rPr lang="ko-KR" altLang="en-US" smtClean="0"/>
              <a:pPr/>
              <a:t>2024-10-18</a:t>
            </a:fld>
            <a:endParaRPr lang="ko-KR" altLang="en-US"/>
          </a:p>
        </p:txBody>
      </p:sp>
      <p:sp>
        <p:nvSpPr>
          <p:cNvPr id="13" name="바닥글 개체 틀 4"/>
          <p:cNvSpPr>
            <a:spLocks noGrp="1"/>
          </p:cNvSpPr>
          <p:nvPr>
            <p:ph type="ftr" sz="quarter" idx="11"/>
          </p:nvPr>
        </p:nvSpPr>
        <p:spPr>
          <a:xfrm>
            <a:off x="4165059" y="6502342"/>
            <a:ext cx="3860297" cy="220692"/>
          </a:xfrm>
        </p:spPr>
        <p:txBody>
          <a:bodyPr/>
          <a:lstStyle>
            <a:lvl1pPr>
              <a:defRPr>
                <a:latin typeface="+mj-lt"/>
              </a:defRPr>
            </a:lvl1pPr>
          </a:lstStyle>
          <a:p>
            <a:endParaRPr lang="ko-KR" altLang="en-US"/>
          </a:p>
        </p:txBody>
      </p:sp>
      <p:sp>
        <p:nvSpPr>
          <p:cNvPr id="16" name="슬라이드 번호 개체 틀 5"/>
          <p:cNvSpPr>
            <a:spLocks noGrp="1"/>
          </p:cNvSpPr>
          <p:nvPr>
            <p:ph type="sldNum" sz="quarter" idx="12"/>
          </p:nvPr>
        </p:nvSpPr>
        <p:spPr>
          <a:xfrm>
            <a:off x="8736463" y="6502342"/>
            <a:ext cx="2844430" cy="220692"/>
          </a:xfrm>
        </p:spPr>
        <p:txBody>
          <a:bodyPr/>
          <a:lstStyle>
            <a:lvl1pPr>
              <a:defRPr>
                <a:latin typeface="+mj-lt"/>
              </a:defRPr>
            </a:lvl1pPr>
          </a:lstStyle>
          <a:p>
            <a:fld id="{EE6BC638-39B7-4287-91A7-2A3DDA573295}" type="slidenum">
              <a:rPr lang="ko-KR" altLang="en-US" smtClean="0"/>
              <a:pPr/>
              <a:t>‹#›</a:t>
            </a:fld>
            <a:endParaRPr lang="ko-KR"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제목 및 내용">
    <p:bg>
      <p:bgPr>
        <a:solidFill>
          <a:schemeClr val="bg1"/>
        </a:solidFill>
        <a:effectLst/>
      </p:bgPr>
    </p:bg>
    <p:spTree>
      <p:nvGrpSpPr>
        <p:cNvPr id="1" name=""/>
        <p:cNvGrpSpPr/>
        <p:nvPr/>
      </p:nvGrpSpPr>
      <p:grpSpPr>
        <a:xfrm>
          <a:off x="0" y="0"/>
          <a:ext cx="0" cy="0"/>
          <a:chOff x="0" y="0"/>
          <a:chExt cx="0" cy="0"/>
        </a:xfrm>
      </p:grpSpPr>
      <p:pic>
        <p:nvPicPr>
          <p:cNvPr id="7" name="그림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1240"/>
            <a:ext cx="12190405" cy="6857103"/>
          </a:xfrm>
          <a:prstGeom prst="rect">
            <a:avLst/>
          </a:prstGeom>
        </p:spPr>
      </p:pic>
      <p:sp>
        <p:nvSpPr>
          <p:cNvPr id="4" name="날짜 개체 틀 3"/>
          <p:cNvSpPr>
            <a:spLocks noGrp="1"/>
          </p:cNvSpPr>
          <p:nvPr>
            <p:ph type="dt" sz="half" idx="10"/>
          </p:nvPr>
        </p:nvSpPr>
        <p:spPr>
          <a:xfrm>
            <a:off x="609521" y="6502342"/>
            <a:ext cx="2844430" cy="220692"/>
          </a:xfrm>
        </p:spPr>
        <p:txBody>
          <a:bodyPr/>
          <a:lstStyle>
            <a:lvl1pPr>
              <a:defRPr>
                <a:latin typeface="+mj-lt"/>
              </a:defRPr>
            </a:lvl1pPr>
          </a:lstStyle>
          <a:p>
            <a:fld id="{ED3D6733-6F27-4404-AB51-585418F146E5}" type="datetimeFigureOut">
              <a:rPr lang="ko-KR" altLang="en-US" smtClean="0"/>
              <a:pPr/>
              <a:t>2024-10-18</a:t>
            </a:fld>
            <a:endParaRPr lang="ko-KR" altLang="en-US"/>
          </a:p>
        </p:txBody>
      </p:sp>
      <p:sp>
        <p:nvSpPr>
          <p:cNvPr id="5" name="바닥글 개체 틀 4"/>
          <p:cNvSpPr>
            <a:spLocks noGrp="1"/>
          </p:cNvSpPr>
          <p:nvPr>
            <p:ph type="ftr" sz="quarter" idx="11"/>
          </p:nvPr>
        </p:nvSpPr>
        <p:spPr>
          <a:xfrm>
            <a:off x="4165059" y="6502342"/>
            <a:ext cx="3860297" cy="220692"/>
          </a:xfrm>
        </p:spPr>
        <p:txBody>
          <a:bodyPr/>
          <a:lstStyle>
            <a:lvl1pPr>
              <a:defRPr>
                <a:latin typeface="+mj-lt"/>
              </a:defRPr>
            </a:lvl1pPr>
          </a:lstStyle>
          <a:p>
            <a:endParaRPr lang="ko-KR" altLang="en-US"/>
          </a:p>
        </p:txBody>
      </p:sp>
      <p:sp>
        <p:nvSpPr>
          <p:cNvPr id="6" name="슬라이드 번호 개체 틀 5"/>
          <p:cNvSpPr>
            <a:spLocks noGrp="1"/>
          </p:cNvSpPr>
          <p:nvPr>
            <p:ph type="sldNum" sz="quarter" idx="12"/>
          </p:nvPr>
        </p:nvSpPr>
        <p:spPr>
          <a:xfrm>
            <a:off x="8736463" y="6502342"/>
            <a:ext cx="2844430" cy="220692"/>
          </a:xfrm>
        </p:spPr>
        <p:txBody>
          <a:bodyPr/>
          <a:lstStyle>
            <a:lvl1pPr>
              <a:defRPr>
                <a:latin typeface="+mj-lt"/>
              </a:defRPr>
            </a:lvl1pPr>
          </a:lstStyle>
          <a:p>
            <a:fld id="{EE6BC638-39B7-4287-91A7-2A3DDA573295}" type="slidenum">
              <a:rPr lang="ko-KR" altLang="en-US" smtClean="0"/>
              <a:pPr/>
              <a:t>‹#›</a:t>
            </a:fld>
            <a:endParaRPr lang="ko-KR" altLang="en-US"/>
          </a:p>
        </p:txBody>
      </p:sp>
      <p:sp>
        <p:nvSpPr>
          <p:cNvPr id="15" name="제목 1"/>
          <p:cNvSpPr>
            <a:spLocks noGrp="1"/>
          </p:cNvSpPr>
          <p:nvPr>
            <p:ph type="title"/>
          </p:nvPr>
        </p:nvSpPr>
        <p:spPr>
          <a:xfrm>
            <a:off x="609521" y="189434"/>
            <a:ext cx="10971372" cy="798753"/>
          </a:xfrm>
        </p:spPr>
        <p:txBody>
          <a:bodyPr vert="horz" lIns="99569" tIns="49785" rIns="99569" bIns="49785" rtlCol="0" anchor="ctr">
            <a:normAutofit/>
          </a:bodyPr>
          <a:lstStyle>
            <a:lvl1pPr algn="l" defTabSz="995690" rtl="0" eaLnBrk="1" latinLnBrk="1" hangingPunct="1">
              <a:spcBef>
                <a:spcPct val="0"/>
              </a:spcBef>
              <a:buNone/>
              <a:defRPr lang="ko-KR" altLang="en-US" sz="4000" b="1" kern="1200" baseline="0" dirty="0">
                <a:solidFill>
                  <a:srgbClr val="2581AE"/>
                </a:solidFill>
                <a:effectLst/>
                <a:latin typeface="+mj-lt"/>
                <a:ea typeface="맑은 고딕" pitchFamily="50" charset="-127"/>
                <a:cs typeface="+mj-cs"/>
              </a:defRPr>
            </a:lvl1pPr>
          </a:lstStyle>
          <a:p>
            <a:r>
              <a:rPr lang="ko-KR" altLang="en-US" dirty="0"/>
              <a:t>마스터 제목 스타일 편집</a:t>
            </a:r>
          </a:p>
        </p:txBody>
      </p:sp>
      <p:sp>
        <p:nvSpPr>
          <p:cNvPr id="16" name="내용 개체 틀 2"/>
          <p:cNvSpPr>
            <a:spLocks noGrp="1"/>
          </p:cNvSpPr>
          <p:nvPr>
            <p:ph idx="1" hasCustomPrompt="1"/>
          </p:nvPr>
        </p:nvSpPr>
        <p:spPr>
          <a:xfrm>
            <a:off x="609521" y="1485578"/>
            <a:ext cx="10971372" cy="4824535"/>
          </a:xfrm>
        </p:spPr>
        <p:txBody>
          <a:bodyPr>
            <a:normAutofit/>
          </a:bodyPr>
          <a:lstStyle>
            <a:lvl1pPr algn="l">
              <a:buNone/>
              <a:defRPr sz="2000" i="1" baseline="0">
                <a:solidFill>
                  <a:schemeClr val="tx1">
                    <a:lumMod val="95000"/>
                    <a:lumOff val="5000"/>
                  </a:schemeClr>
                </a:solidFill>
                <a:latin typeface="+mj-lt"/>
                <a:ea typeface="맑은 고딕" pitchFamily="50" charset="-127"/>
              </a:defRPr>
            </a:lvl1pPr>
            <a:lvl2pPr algn="l">
              <a:buNone/>
              <a:defRPr sz="2500" baseline="0">
                <a:solidFill>
                  <a:schemeClr val="tx1">
                    <a:lumMod val="75000"/>
                    <a:lumOff val="25000"/>
                  </a:schemeClr>
                </a:solidFill>
                <a:latin typeface="Noto Sans" pitchFamily="34" charset="0"/>
                <a:ea typeface="맑은 고딕" pitchFamily="50" charset="-127"/>
              </a:defRPr>
            </a:lvl2pPr>
            <a:lvl3pPr algn="l">
              <a:buNone/>
              <a:defRPr sz="2500" baseline="0">
                <a:solidFill>
                  <a:schemeClr val="tx1">
                    <a:lumMod val="75000"/>
                    <a:lumOff val="25000"/>
                  </a:schemeClr>
                </a:solidFill>
                <a:latin typeface="Noto Sans" pitchFamily="34" charset="0"/>
                <a:ea typeface="맑은 고딕" pitchFamily="50" charset="-127"/>
              </a:defRPr>
            </a:lvl3pPr>
            <a:lvl4pPr algn="l">
              <a:buNone/>
              <a:defRPr sz="2500" baseline="0">
                <a:solidFill>
                  <a:schemeClr val="tx1">
                    <a:lumMod val="75000"/>
                    <a:lumOff val="25000"/>
                  </a:schemeClr>
                </a:solidFill>
                <a:latin typeface="Noto Sans" pitchFamily="34" charset="0"/>
                <a:ea typeface="맑은 고딕" pitchFamily="50" charset="-127"/>
              </a:defRPr>
            </a:lvl4pPr>
            <a:lvl5pPr algn="l">
              <a:buNone/>
              <a:defRPr sz="2500" baseline="0">
                <a:solidFill>
                  <a:schemeClr val="tx1">
                    <a:lumMod val="75000"/>
                    <a:lumOff val="25000"/>
                  </a:schemeClr>
                </a:solidFill>
                <a:latin typeface="Noto Sans" pitchFamily="34" charset="0"/>
                <a:ea typeface="맑은 고딕" pitchFamily="50" charset="-127"/>
              </a:defRPr>
            </a:lvl5pPr>
          </a:lstStyle>
          <a:p>
            <a:pPr lvl="0"/>
            <a:r>
              <a:rPr lang="en-US" altLang="ko-KR" dirty="0" smtClean="0"/>
              <a:t>Replaced with your own text</a:t>
            </a:r>
            <a:endParaRPr lang="ko-KR" alt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사용자 지정 레이아웃">
    <p:bg>
      <p:bgPr>
        <a:solidFill>
          <a:schemeClr val="bg1"/>
        </a:solidFill>
        <a:effectLst/>
      </p:bgPr>
    </p:bg>
    <p:spTree>
      <p:nvGrpSpPr>
        <p:cNvPr id="1" name=""/>
        <p:cNvGrpSpPr/>
        <p:nvPr/>
      </p:nvGrpSpPr>
      <p:grpSpPr>
        <a:xfrm>
          <a:off x="0" y="0"/>
          <a:ext cx="0" cy="0"/>
          <a:chOff x="0" y="0"/>
          <a:chExt cx="0" cy="0"/>
        </a:xfrm>
      </p:grpSpPr>
      <p:pic>
        <p:nvPicPr>
          <p:cNvPr id="6" name="그림 5"/>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 y="1240"/>
            <a:ext cx="12190405" cy="6857103"/>
          </a:xfrm>
          <a:prstGeom prst="rect">
            <a:avLst/>
          </a:prstGeom>
        </p:spPr>
      </p:pic>
      <p:sp>
        <p:nvSpPr>
          <p:cNvPr id="3" name="날짜 개체 틀 2"/>
          <p:cNvSpPr>
            <a:spLocks noGrp="1"/>
          </p:cNvSpPr>
          <p:nvPr>
            <p:ph type="dt" sz="half" idx="10"/>
          </p:nvPr>
        </p:nvSpPr>
        <p:spPr/>
        <p:txBody>
          <a:bodyPr/>
          <a:lstStyle/>
          <a:p>
            <a:fld id="{ED3D6733-6F27-4404-AB51-585418F146E5}" type="datetimeFigureOut">
              <a:rPr lang="ko-KR" altLang="en-US" smtClean="0"/>
              <a:pPr/>
              <a:t>2024-10-18</a:t>
            </a:fld>
            <a:endParaRPr lang="ko-KR" altLang="en-US"/>
          </a:p>
        </p:txBody>
      </p:sp>
      <p:sp>
        <p:nvSpPr>
          <p:cNvPr id="4" name="바닥글 개체 틀 3"/>
          <p:cNvSpPr>
            <a:spLocks noGrp="1"/>
          </p:cNvSpPr>
          <p:nvPr>
            <p:ph type="ftr" sz="quarter" idx="11"/>
          </p:nvPr>
        </p:nvSpPr>
        <p:spPr/>
        <p:txBody>
          <a:bodyPr/>
          <a:lstStyle/>
          <a:p>
            <a:endParaRPr lang="ko-KR" altLang="en-US"/>
          </a:p>
        </p:txBody>
      </p:sp>
      <p:sp>
        <p:nvSpPr>
          <p:cNvPr id="5" name="슬라이드 번호 개체 틀 4"/>
          <p:cNvSpPr>
            <a:spLocks noGrp="1"/>
          </p:cNvSpPr>
          <p:nvPr>
            <p:ph type="sldNum" sz="quarter" idx="12"/>
          </p:nvPr>
        </p:nvSpPr>
        <p:spPr/>
        <p:txBody>
          <a:bodyPr/>
          <a:lstStyle/>
          <a:p>
            <a:fld id="{EE6BC638-39B7-4287-91A7-2A3DDA573295}" type="slidenum">
              <a:rPr lang="ko-KR" altLang="en-US" smtClean="0"/>
              <a:pPr/>
              <a:t>‹#›</a:t>
            </a:fld>
            <a:endParaRPr lang="ko-KR" altLang="en-US"/>
          </a:p>
        </p:txBody>
      </p:sp>
      <p:sp>
        <p:nvSpPr>
          <p:cNvPr id="8" name="제목 1"/>
          <p:cNvSpPr>
            <a:spLocks noGrp="1"/>
          </p:cNvSpPr>
          <p:nvPr>
            <p:ph type="ctrTitle"/>
          </p:nvPr>
        </p:nvSpPr>
        <p:spPr>
          <a:xfrm>
            <a:off x="1414685" y="1485578"/>
            <a:ext cx="8784977" cy="1224136"/>
          </a:xfrm>
          <a:noFill/>
          <a:ln w="9525">
            <a:noFill/>
            <a:miter lim="800000"/>
            <a:headEnd/>
            <a:tailEnd/>
          </a:ln>
        </p:spPr>
        <p:txBody>
          <a:bodyPr vert="horz" wrap="square" lIns="99569" tIns="49785" rIns="99569" bIns="49785" numCol="1" rtlCol="0" anchor="t" anchorCtr="0" compatLnSpc="1">
            <a:prstTxWarp prst="textNoShape">
              <a:avLst/>
            </a:prstTxWarp>
            <a:noAutofit/>
          </a:bodyPr>
          <a:lstStyle>
            <a:lvl1pPr marL="0" indent="0" algn="l" defTabSz="995690" rtl="0" eaLnBrk="1" fontAlgn="base" latinLnBrk="1" hangingPunct="1">
              <a:lnSpc>
                <a:spcPct val="100000"/>
              </a:lnSpc>
              <a:spcBef>
                <a:spcPct val="0"/>
              </a:spcBef>
              <a:spcAft>
                <a:spcPct val="0"/>
              </a:spcAft>
              <a:buClr>
                <a:schemeClr val="hlink"/>
              </a:buClr>
              <a:buFont typeface="굴림체" pitchFamily="49" charset="-127"/>
              <a:buNone/>
              <a:defRPr lang="ko-KR" altLang="en-US" sz="7200" kern="1200" baseline="0" dirty="0">
                <a:solidFill>
                  <a:srgbClr val="25425F"/>
                </a:solidFill>
                <a:effectLst/>
                <a:latin typeface="+mj-lt"/>
                <a:ea typeface="맑은 고딕" pitchFamily="50" charset="-127"/>
                <a:cs typeface="+mj-cs"/>
              </a:defRPr>
            </a:lvl1pPr>
          </a:lstStyle>
          <a:p>
            <a:endParaRPr lang="ko-KR"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609521" y="19030"/>
            <a:ext cx="10971372" cy="797093"/>
          </a:xfrm>
          <a:prstGeom prst="rect">
            <a:avLst/>
          </a:prstGeom>
        </p:spPr>
        <p:txBody>
          <a:bodyPr vert="horz" lIns="99569" tIns="49785" rIns="99569" bIns="49785" rtlCol="0" anchor="ctr">
            <a:normAutofit/>
          </a:bodyPr>
          <a:lstStyle/>
          <a:p>
            <a:r>
              <a:rPr lang="ko-KR" altLang="en-US" dirty="0"/>
              <a:t>마스터 제목 스타일 편집</a:t>
            </a:r>
          </a:p>
        </p:txBody>
      </p:sp>
      <p:sp>
        <p:nvSpPr>
          <p:cNvPr id="3" name="텍스트 개체 틀 2"/>
          <p:cNvSpPr>
            <a:spLocks noGrp="1"/>
          </p:cNvSpPr>
          <p:nvPr>
            <p:ph type="body" idx="1"/>
          </p:nvPr>
        </p:nvSpPr>
        <p:spPr>
          <a:xfrm>
            <a:off x="609521" y="1062267"/>
            <a:ext cx="10971372" cy="5287636"/>
          </a:xfrm>
          <a:prstGeom prst="rect">
            <a:avLst/>
          </a:prstGeom>
        </p:spPr>
        <p:txBody>
          <a:bodyPr vert="horz" lIns="99569" tIns="49785" rIns="99569" bIns="49785" rtlCol="0">
            <a:normAutofit/>
          </a:bodyPr>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4" name="날짜 개체 틀 3"/>
          <p:cNvSpPr>
            <a:spLocks noGrp="1"/>
          </p:cNvSpPr>
          <p:nvPr>
            <p:ph type="dt" sz="half" idx="2"/>
          </p:nvPr>
        </p:nvSpPr>
        <p:spPr>
          <a:xfrm>
            <a:off x="609521" y="6430887"/>
            <a:ext cx="2844430" cy="292147"/>
          </a:xfrm>
          <a:prstGeom prst="rect">
            <a:avLst/>
          </a:prstGeom>
        </p:spPr>
        <p:txBody>
          <a:bodyPr vert="horz" lIns="99569" tIns="49785" rIns="99569" bIns="49785" rtlCol="0" anchor="ctr"/>
          <a:lstStyle>
            <a:lvl1pPr algn="l">
              <a:defRPr sz="1300">
                <a:solidFill>
                  <a:schemeClr val="tx1">
                    <a:tint val="75000"/>
                  </a:schemeClr>
                </a:solidFill>
              </a:defRPr>
            </a:lvl1pPr>
          </a:lstStyle>
          <a:p>
            <a:fld id="{ED3D6733-6F27-4404-AB51-585418F146E5}" type="datetimeFigureOut">
              <a:rPr lang="ko-KR" altLang="en-US" smtClean="0"/>
              <a:pPr/>
              <a:t>2024-10-18</a:t>
            </a:fld>
            <a:endParaRPr lang="ko-KR" altLang="en-US"/>
          </a:p>
        </p:txBody>
      </p:sp>
      <p:sp>
        <p:nvSpPr>
          <p:cNvPr id="5" name="바닥글 개체 틀 4"/>
          <p:cNvSpPr>
            <a:spLocks noGrp="1"/>
          </p:cNvSpPr>
          <p:nvPr>
            <p:ph type="ftr" sz="quarter" idx="3"/>
          </p:nvPr>
        </p:nvSpPr>
        <p:spPr>
          <a:xfrm>
            <a:off x="4165059" y="6430887"/>
            <a:ext cx="3860297" cy="292147"/>
          </a:xfrm>
          <a:prstGeom prst="rect">
            <a:avLst/>
          </a:prstGeom>
        </p:spPr>
        <p:txBody>
          <a:bodyPr vert="horz" lIns="99569" tIns="49785" rIns="99569" bIns="49785" rtlCol="0" anchor="ctr"/>
          <a:lstStyle>
            <a:lvl1pPr algn="ctr">
              <a:defRPr sz="13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8736463" y="6430887"/>
            <a:ext cx="2844430" cy="292147"/>
          </a:xfrm>
          <a:prstGeom prst="rect">
            <a:avLst/>
          </a:prstGeom>
        </p:spPr>
        <p:txBody>
          <a:bodyPr vert="horz" lIns="99569" tIns="49785" rIns="99569" bIns="49785" rtlCol="0" anchor="ctr"/>
          <a:lstStyle>
            <a:lvl1pPr algn="r">
              <a:defRPr sz="1300">
                <a:solidFill>
                  <a:schemeClr val="tx1">
                    <a:tint val="75000"/>
                  </a:schemeClr>
                </a:solidFill>
              </a:defRPr>
            </a:lvl1pPr>
          </a:lstStyle>
          <a:p>
            <a:fld id="{EE6BC638-39B7-4287-91A7-2A3DDA573295}" type="slidenum">
              <a:rPr lang="ko-KR" altLang="en-US" smtClean="0"/>
              <a:pPr/>
              <a:t>‹#›</a:t>
            </a:fld>
            <a:endParaRPr lang="ko-KR" altLang="en-US"/>
          </a:p>
        </p:txBody>
      </p:sp>
    </p:spTree>
  </p:cSld>
  <p:clrMap bg1="lt1" tx1="dk1" bg2="lt2" tx2="dk2" accent1="accent1" accent2="accent2" accent3="accent3" accent4="accent4" accent5="accent5" accent6="accent6" hlink="hlink" folHlink="folHlink"/>
  <p:sldLayoutIdLst>
    <p:sldLayoutId id="2147483649" r:id="rId1"/>
    <p:sldLayoutId id="2147483655" r:id="rId2"/>
    <p:sldLayoutId id="2147483651" r:id="rId3"/>
    <p:sldLayoutId id="2147483656" r:id="rId4"/>
    <p:sldLayoutId id="2147483650" r:id="rId5"/>
    <p:sldLayoutId id="2147483657" r:id="rId6"/>
  </p:sldLayoutIdLst>
  <p:txStyles>
    <p:titleStyle>
      <a:lvl1pPr algn="l" defTabSz="995690" rtl="0" eaLnBrk="1" latinLnBrk="1" hangingPunct="1">
        <a:spcBef>
          <a:spcPct val="0"/>
        </a:spcBef>
        <a:buNone/>
        <a:defRPr lang="ko-KR" altLang="en-US" sz="3800" kern="1200">
          <a:solidFill>
            <a:sysClr val="windowText" lastClr="000000"/>
          </a:solidFill>
          <a:latin typeface="맑은 고딕" pitchFamily="50" charset="-127"/>
          <a:ea typeface="맑은 고딕" pitchFamily="50" charset="-127"/>
          <a:cs typeface="+mj-cs"/>
        </a:defRPr>
      </a:lvl1pPr>
    </p:titleStyle>
    <p:bodyStyle>
      <a:lvl1pPr marL="373384" indent="-373384" algn="l" defTabSz="995690" rtl="0" eaLnBrk="1" latinLnBrk="1" hangingPunct="1">
        <a:spcBef>
          <a:spcPct val="20000"/>
        </a:spcBef>
        <a:buFont typeface="Arial" pitchFamily="34" charset="0"/>
        <a:buChar char="•"/>
        <a:defRPr lang="ko-KR" altLang="en-US" sz="2700" kern="1200" smtClean="0">
          <a:solidFill>
            <a:schemeClr val="tx1"/>
          </a:solidFill>
          <a:latin typeface="맑은 고딕" pitchFamily="50" charset="-127"/>
          <a:ea typeface="맑은 고딕" pitchFamily="50" charset="-127"/>
          <a:cs typeface="+mn-cs"/>
        </a:defRPr>
      </a:lvl1pPr>
      <a:lvl2pPr marL="808998" indent="-311153" algn="l" defTabSz="995690" rtl="0" eaLnBrk="1" latinLnBrk="1" hangingPunct="1">
        <a:spcBef>
          <a:spcPct val="20000"/>
        </a:spcBef>
        <a:buFont typeface="Arial" pitchFamily="34" charset="0"/>
        <a:buChar char="–"/>
        <a:defRPr lang="ko-KR" altLang="en-US" sz="2000" kern="1200" smtClean="0">
          <a:solidFill>
            <a:schemeClr val="tx1"/>
          </a:solidFill>
          <a:latin typeface="맑은 고딕" pitchFamily="50" charset="-127"/>
          <a:ea typeface="맑은 고딕" pitchFamily="50" charset="-127"/>
          <a:cs typeface="+mn-cs"/>
        </a:defRPr>
      </a:lvl2pPr>
      <a:lvl3pPr marL="1244613" indent="-248923" algn="l" defTabSz="995690" rtl="0" eaLnBrk="1" latinLnBrk="1" hangingPunct="1">
        <a:spcBef>
          <a:spcPct val="20000"/>
        </a:spcBef>
        <a:buFont typeface="Arial" pitchFamily="34" charset="0"/>
        <a:buChar char="•"/>
        <a:defRPr lang="ko-KR" altLang="en-US" sz="2000" kern="1200" smtClean="0">
          <a:solidFill>
            <a:schemeClr val="tx1"/>
          </a:solidFill>
          <a:latin typeface="맑은 고딕" pitchFamily="50" charset="-127"/>
          <a:ea typeface="맑은 고딕" pitchFamily="50" charset="-127"/>
          <a:cs typeface="+mn-cs"/>
        </a:defRPr>
      </a:lvl3pPr>
      <a:lvl4pPr marL="1742458" indent="-248923" algn="l" defTabSz="995690" rtl="0" eaLnBrk="1" latinLnBrk="1" hangingPunct="1">
        <a:spcBef>
          <a:spcPct val="20000"/>
        </a:spcBef>
        <a:buFont typeface="Arial" pitchFamily="34" charset="0"/>
        <a:buChar char="–"/>
        <a:defRPr lang="ko-KR" altLang="en-US" sz="2000" kern="1200" smtClean="0">
          <a:solidFill>
            <a:schemeClr val="tx1"/>
          </a:solidFill>
          <a:latin typeface="맑은 고딕" pitchFamily="50" charset="-127"/>
          <a:ea typeface="맑은 고딕" pitchFamily="50" charset="-127"/>
          <a:cs typeface="+mn-cs"/>
        </a:defRPr>
      </a:lvl4pPr>
      <a:lvl5pPr marL="2240303" indent="-248923" algn="l" defTabSz="995690" rtl="0" eaLnBrk="1" latinLnBrk="1" hangingPunct="1">
        <a:spcBef>
          <a:spcPct val="20000"/>
        </a:spcBef>
        <a:buFont typeface="Arial" pitchFamily="34" charset="0"/>
        <a:buChar char="»"/>
        <a:defRPr lang="ko-KR" altLang="en-US" sz="2000" kern="1200">
          <a:solidFill>
            <a:schemeClr val="tx1"/>
          </a:solidFill>
          <a:latin typeface="맑은 고딕" pitchFamily="50" charset="-127"/>
          <a:ea typeface="맑은 고딕" pitchFamily="50" charset="-127"/>
          <a:cs typeface="+mn-cs"/>
        </a:defRPr>
      </a:lvl5pPr>
      <a:lvl6pPr marL="2738148" indent="-248923" algn="l" defTabSz="995690" rtl="0" eaLnBrk="1" latinLnBrk="1" hangingPunct="1">
        <a:spcBef>
          <a:spcPct val="20000"/>
        </a:spcBef>
        <a:buFont typeface="Arial" pitchFamily="34" charset="0"/>
        <a:buChar char="•"/>
        <a:defRPr sz="2200" kern="1200">
          <a:solidFill>
            <a:schemeClr val="tx1"/>
          </a:solidFill>
          <a:latin typeface="+mn-lt"/>
          <a:ea typeface="+mn-ea"/>
          <a:cs typeface="+mn-cs"/>
        </a:defRPr>
      </a:lvl6pPr>
      <a:lvl7pPr marL="3235993" indent="-248923" algn="l" defTabSz="995690" rtl="0" eaLnBrk="1" latinLnBrk="1" hangingPunct="1">
        <a:spcBef>
          <a:spcPct val="20000"/>
        </a:spcBef>
        <a:buFont typeface="Arial" pitchFamily="34" charset="0"/>
        <a:buChar char="•"/>
        <a:defRPr sz="2200" kern="1200">
          <a:solidFill>
            <a:schemeClr val="tx1"/>
          </a:solidFill>
          <a:latin typeface="+mn-lt"/>
          <a:ea typeface="+mn-ea"/>
          <a:cs typeface="+mn-cs"/>
        </a:defRPr>
      </a:lvl7pPr>
      <a:lvl8pPr marL="3733838" indent="-248923" algn="l" defTabSz="995690" rtl="0" eaLnBrk="1" latinLnBrk="1" hangingPunct="1">
        <a:spcBef>
          <a:spcPct val="20000"/>
        </a:spcBef>
        <a:buFont typeface="Arial" pitchFamily="34" charset="0"/>
        <a:buChar char="•"/>
        <a:defRPr sz="2200" kern="1200">
          <a:solidFill>
            <a:schemeClr val="tx1"/>
          </a:solidFill>
          <a:latin typeface="+mn-lt"/>
          <a:ea typeface="+mn-ea"/>
          <a:cs typeface="+mn-cs"/>
        </a:defRPr>
      </a:lvl8pPr>
      <a:lvl9pPr marL="4231683" indent="-248923" algn="l" defTabSz="995690" rtl="0" eaLnBrk="1" latinLnBrk="1" hangingPunct="1">
        <a:spcBef>
          <a:spcPct val="20000"/>
        </a:spcBef>
        <a:buFont typeface="Arial" pitchFamily="34" charset="0"/>
        <a:buChar char="•"/>
        <a:defRPr sz="2200" kern="1200">
          <a:solidFill>
            <a:schemeClr val="tx1"/>
          </a:solidFill>
          <a:latin typeface="+mn-lt"/>
          <a:ea typeface="+mn-ea"/>
          <a:cs typeface="+mn-cs"/>
        </a:defRPr>
      </a:lvl9pPr>
    </p:bodyStyle>
    <p:otherStyle>
      <a:defPPr>
        <a:defRPr lang="ko-KR"/>
      </a:defPPr>
      <a:lvl1pPr marL="0" algn="l" defTabSz="995690" rtl="0" eaLnBrk="1" latinLnBrk="1" hangingPunct="1">
        <a:defRPr sz="2000" kern="1200">
          <a:solidFill>
            <a:schemeClr val="tx1"/>
          </a:solidFill>
          <a:latin typeface="+mn-lt"/>
          <a:ea typeface="+mn-ea"/>
          <a:cs typeface="+mn-cs"/>
        </a:defRPr>
      </a:lvl1pPr>
      <a:lvl2pPr marL="497845" algn="l" defTabSz="995690" rtl="0" eaLnBrk="1" latinLnBrk="1" hangingPunct="1">
        <a:defRPr sz="2000" kern="1200">
          <a:solidFill>
            <a:schemeClr val="tx1"/>
          </a:solidFill>
          <a:latin typeface="+mn-lt"/>
          <a:ea typeface="+mn-ea"/>
          <a:cs typeface="+mn-cs"/>
        </a:defRPr>
      </a:lvl2pPr>
      <a:lvl3pPr marL="995690" algn="l" defTabSz="995690" rtl="0" eaLnBrk="1" latinLnBrk="1" hangingPunct="1">
        <a:defRPr sz="2000" kern="1200">
          <a:solidFill>
            <a:schemeClr val="tx1"/>
          </a:solidFill>
          <a:latin typeface="+mn-lt"/>
          <a:ea typeface="+mn-ea"/>
          <a:cs typeface="+mn-cs"/>
        </a:defRPr>
      </a:lvl3pPr>
      <a:lvl4pPr marL="1493535" algn="l" defTabSz="995690" rtl="0" eaLnBrk="1" latinLnBrk="1" hangingPunct="1">
        <a:defRPr sz="2000" kern="1200">
          <a:solidFill>
            <a:schemeClr val="tx1"/>
          </a:solidFill>
          <a:latin typeface="+mn-lt"/>
          <a:ea typeface="+mn-ea"/>
          <a:cs typeface="+mn-cs"/>
        </a:defRPr>
      </a:lvl4pPr>
      <a:lvl5pPr marL="1991380" algn="l" defTabSz="995690" rtl="0" eaLnBrk="1" latinLnBrk="1" hangingPunct="1">
        <a:defRPr sz="2000" kern="1200">
          <a:solidFill>
            <a:schemeClr val="tx1"/>
          </a:solidFill>
          <a:latin typeface="+mn-lt"/>
          <a:ea typeface="+mn-ea"/>
          <a:cs typeface="+mn-cs"/>
        </a:defRPr>
      </a:lvl5pPr>
      <a:lvl6pPr marL="2489225" algn="l" defTabSz="995690" rtl="0" eaLnBrk="1" latinLnBrk="1" hangingPunct="1">
        <a:defRPr sz="2000" kern="1200">
          <a:solidFill>
            <a:schemeClr val="tx1"/>
          </a:solidFill>
          <a:latin typeface="+mn-lt"/>
          <a:ea typeface="+mn-ea"/>
          <a:cs typeface="+mn-cs"/>
        </a:defRPr>
      </a:lvl6pPr>
      <a:lvl7pPr marL="2987070" algn="l" defTabSz="995690" rtl="0" eaLnBrk="1" latinLnBrk="1" hangingPunct="1">
        <a:defRPr sz="2000" kern="1200">
          <a:solidFill>
            <a:schemeClr val="tx1"/>
          </a:solidFill>
          <a:latin typeface="+mn-lt"/>
          <a:ea typeface="+mn-ea"/>
          <a:cs typeface="+mn-cs"/>
        </a:defRPr>
      </a:lvl7pPr>
      <a:lvl8pPr marL="3484916" algn="l" defTabSz="995690" rtl="0" eaLnBrk="1" latinLnBrk="1" hangingPunct="1">
        <a:defRPr sz="2000" kern="1200">
          <a:solidFill>
            <a:schemeClr val="tx1"/>
          </a:solidFill>
          <a:latin typeface="+mn-lt"/>
          <a:ea typeface="+mn-ea"/>
          <a:cs typeface="+mn-cs"/>
        </a:defRPr>
      </a:lvl8pPr>
      <a:lvl9pPr marL="3982761" algn="l" defTabSz="995690" rtl="0" eaLnBrk="1" latinLnBrk="1"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hyperlink" Target="https://www.youtube.com/watch?v=9GvnrQv138s&amp;list=PLjVLYmrlmjGcC0B_FP3bkJ-JIPkV5GuZR" TargetMode="External"/><Relationship Id="rId2" Type="http://schemas.openxmlformats.org/officeDocument/2006/relationships/hyperlink" Target="https://www.youtube.com/playlist?list=PLuU3eVwK0I9PT48ZBYAHdKPFazhXg76h5" TargetMode="External"/><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부제목 7"/>
          <p:cNvSpPr>
            <a:spLocks noGrp="1"/>
          </p:cNvSpPr>
          <p:nvPr>
            <p:ph type="subTitle" idx="1"/>
          </p:nvPr>
        </p:nvSpPr>
        <p:spPr>
          <a:xfrm>
            <a:off x="8147051" y="5696947"/>
            <a:ext cx="4031660" cy="926107"/>
          </a:xfrm>
        </p:spPr>
        <p:txBody>
          <a:bodyPr/>
          <a:lstStyle/>
          <a:p>
            <a:r>
              <a:rPr lang="en-US" altLang="en-US" sz="2400" b="1" dirty="0">
                <a:solidFill>
                  <a:srgbClr val="FFFF00"/>
                </a:solidFill>
              </a:rPr>
              <a:t>PRESENTED BY :</a:t>
            </a:r>
            <a:r>
              <a:rPr lang="en-US" sz="2400" dirty="0">
                <a:solidFill>
                  <a:srgbClr val="FFFF00"/>
                </a:solidFill>
              </a:rPr>
              <a:t> </a:t>
            </a:r>
            <a:endParaRPr lang="en-US" altLang="en-US" sz="2400" b="1" dirty="0" smtClean="0">
              <a:solidFill>
                <a:srgbClr val="FFFF00"/>
              </a:solidFill>
            </a:endParaRPr>
          </a:p>
          <a:p>
            <a:r>
              <a:rPr lang="en-US" altLang="en-US" sz="2400" b="1" dirty="0" smtClean="0">
                <a:solidFill>
                  <a:schemeClr val="bg1"/>
                </a:solidFill>
              </a:rPr>
              <a:t>VIVEK </a:t>
            </a:r>
            <a:r>
              <a:rPr lang="en-US" altLang="en-US" sz="2400" b="1" dirty="0">
                <a:solidFill>
                  <a:schemeClr val="bg1"/>
                </a:solidFill>
              </a:rPr>
              <a:t>MOHANLAL MAURYA</a:t>
            </a:r>
            <a:endParaRPr lang="en-US" altLang="en-US" sz="2400" dirty="0">
              <a:solidFill>
                <a:schemeClr val="bg1"/>
              </a:solidFill>
            </a:endParaRPr>
          </a:p>
          <a:p>
            <a:endParaRPr lang="en-US" altLang="ko-KR" sz="3200" dirty="0">
              <a:solidFill>
                <a:schemeClr val="bg1"/>
              </a:solidFill>
            </a:endParaRPr>
          </a:p>
        </p:txBody>
      </p:sp>
      <p:sp>
        <p:nvSpPr>
          <p:cNvPr id="7" name="제목 6"/>
          <p:cNvSpPr>
            <a:spLocks noGrp="1"/>
          </p:cNvSpPr>
          <p:nvPr>
            <p:ph type="ctrTitle"/>
          </p:nvPr>
        </p:nvSpPr>
        <p:spPr>
          <a:xfrm>
            <a:off x="329743" y="189434"/>
            <a:ext cx="11530926" cy="2232249"/>
          </a:xfrm>
        </p:spPr>
        <p:txBody>
          <a:bodyPr/>
          <a:lstStyle/>
          <a:p>
            <a:r>
              <a:rPr lang="en-US" altLang="en-US" b="1" dirty="0">
                <a:solidFill>
                  <a:schemeClr val="tx1"/>
                </a:solidFill>
                <a:latin typeface="Adobe Garamond Pro Bold" pitchFamily="18" charset="0"/>
              </a:rPr>
              <a:t>WhatsApp Chat</a:t>
            </a:r>
            <a:br>
              <a:rPr lang="en-US" altLang="en-US" b="1" dirty="0">
                <a:solidFill>
                  <a:schemeClr val="tx1"/>
                </a:solidFill>
                <a:latin typeface="Adobe Garamond Pro Bold" pitchFamily="18" charset="0"/>
              </a:rPr>
            </a:br>
            <a:r>
              <a:rPr lang="en-US" altLang="en-US" b="1" dirty="0">
                <a:solidFill>
                  <a:schemeClr val="tx1"/>
                </a:solidFill>
                <a:latin typeface="Adobe Garamond Pro Bold" pitchFamily="18" charset="0"/>
              </a:rPr>
              <a:t>ANALYZER</a:t>
            </a:r>
            <a:endParaRPr lang="en-US" altLang="en-US" dirty="0">
              <a:solidFill>
                <a:schemeClr val="tx1"/>
              </a:solidFill>
              <a:latin typeface="Adobe Garamond Pro Bold" pitchFamily="18" charset="0"/>
            </a:endParaRPr>
          </a:p>
        </p:txBody>
      </p:sp>
      <p:sp>
        <p:nvSpPr>
          <p:cNvPr id="2" name="Rectangle 1"/>
          <p:cNvSpPr/>
          <p:nvPr/>
        </p:nvSpPr>
        <p:spPr>
          <a:xfrm>
            <a:off x="0" y="3717826"/>
            <a:ext cx="4939494" cy="707886"/>
          </a:xfrm>
          <a:prstGeom prst="rect">
            <a:avLst/>
          </a:prstGeom>
        </p:spPr>
        <p:txBody>
          <a:bodyPr wrap="none">
            <a:spAutoFit/>
          </a:bodyPr>
          <a:lstStyle/>
          <a:p>
            <a:pPr algn="ctr"/>
            <a:r>
              <a:rPr lang="en-US" b="1" dirty="0">
                <a:solidFill>
                  <a:srgbClr val="FFFF00"/>
                </a:solidFill>
                <a:latin typeface="Adobe Garamond Pro Bold" pitchFamily="18" charset="0"/>
              </a:rPr>
              <a:t>UNDER THE GUIDANCE </a:t>
            </a:r>
            <a:r>
              <a:rPr lang="en-US" b="1" dirty="0" smtClean="0">
                <a:solidFill>
                  <a:srgbClr val="FFFF00"/>
                </a:solidFill>
                <a:latin typeface="Adobe Garamond Pro Bold" pitchFamily="18" charset="0"/>
              </a:rPr>
              <a:t>OF</a:t>
            </a:r>
            <a:endParaRPr lang="en-US" dirty="0">
              <a:solidFill>
                <a:srgbClr val="FFFF00"/>
              </a:solidFill>
              <a:latin typeface="Adobe Garamond Pro Bold" pitchFamily="18" charset="0"/>
            </a:endParaRPr>
          </a:p>
          <a:p>
            <a:pPr algn="ctr"/>
            <a:r>
              <a:rPr lang="en-US" b="1" dirty="0">
                <a:solidFill>
                  <a:schemeClr val="bg1"/>
                </a:solidFill>
                <a:latin typeface="Adobe Garamond Pro Bold" pitchFamily="18" charset="0"/>
              </a:rPr>
              <a:t>PROF. GANESHKUMAR R. NARAYANKAR</a:t>
            </a:r>
            <a:endParaRPr lang="en-US" dirty="0">
              <a:solidFill>
                <a:schemeClr val="bg1"/>
              </a:solidFill>
              <a:latin typeface="Adobe Garamond Pro Bold"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TextBox 43"/>
          <p:cNvSpPr txBox="1"/>
          <p:nvPr/>
        </p:nvSpPr>
        <p:spPr>
          <a:xfrm>
            <a:off x="1918742" y="3038105"/>
            <a:ext cx="3168352" cy="769441"/>
          </a:xfrm>
          <a:prstGeom prst="rect">
            <a:avLst/>
          </a:prstGeom>
          <a:noFill/>
        </p:spPr>
        <p:txBody>
          <a:bodyPr wrap="square" rtlCol="0">
            <a:spAutoFit/>
          </a:bodyPr>
          <a:lstStyle/>
          <a:p>
            <a:r>
              <a:rPr lang="en-US" altLang="ko-KR" sz="4400" b="1" dirty="0" smtClean="0">
                <a:solidFill>
                  <a:srgbClr val="25425F"/>
                </a:solidFill>
                <a:latin typeface="+mj-lt"/>
                <a:ea typeface="맑은 고딕" panose="020B0503020000020004" pitchFamily="50" charset="-127"/>
              </a:rPr>
              <a:t>CONTENTS</a:t>
            </a:r>
            <a:endParaRPr lang="ko-KR" altLang="en-US" sz="4400" b="1" dirty="0">
              <a:solidFill>
                <a:srgbClr val="25425F"/>
              </a:solidFill>
              <a:latin typeface="+mj-lt"/>
              <a:ea typeface="맑은 고딕" panose="020B0503020000020004" pitchFamily="50" charset="-127"/>
            </a:endParaRPr>
          </a:p>
        </p:txBody>
      </p:sp>
      <p:sp>
        <p:nvSpPr>
          <p:cNvPr id="19" name="Text Box 5"/>
          <p:cNvSpPr txBox="1">
            <a:spLocks noChangeArrowheads="1"/>
          </p:cNvSpPr>
          <p:nvPr/>
        </p:nvSpPr>
        <p:spPr bwMode="auto">
          <a:xfrm>
            <a:off x="6671270" y="1701602"/>
            <a:ext cx="3191476" cy="4662815"/>
          </a:xfrm>
          <a:prstGeom prst="rect">
            <a:avLst/>
          </a:prstGeom>
          <a:noFill/>
          <a:ln w="9525">
            <a:noFill/>
            <a:miter lim="800000"/>
            <a:headEnd/>
            <a:tailEnd/>
          </a:ln>
        </p:spPr>
        <p:txBody>
          <a:bodyPr wrap="square">
            <a:spAutoFit/>
          </a:bodyPr>
          <a:lstStyle/>
          <a:p>
            <a:pPr>
              <a:lnSpc>
                <a:spcPct val="150000"/>
              </a:lnSpc>
              <a:defRPr/>
            </a:pPr>
            <a:r>
              <a:rPr lang="en-US" altLang="ko-KR" sz="2200" b="1" dirty="0" smtClean="0">
                <a:solidFill>
                  <a:srgbClr val="3392C2"/>
                </a:solidFill>
                <a:latin typeface="+mj-lt"/>
              </a:rPr>
              <a:t>01</a:t>
            </a:r>
            <a:r>
              <a:rPr lang="en-US" altLang="ko-KR" sz="2200" b="1" dirty="0" smtClean="0">
                <a:solidFill>
                  <a:srgbClr val="25425F"/>
                </a:solidFill>
                <a:latin typeface="+mj-lt"/>
              </a:rPr>
              <a:t>  Introduction</a:t>
            </a:r>
          </a:p>
          <a:p>
            <a:pPr>
              <a:lnSpc>
                <a:spcPct val="150000"/>
              </a:lnSpc>
              <a:defRPr/>
            </a:pPr>
            <a:r>
              <a:rPr lang="en-US" altLang="ko-KR" sz="2200" b="1" dirty="0" smtClean="0">
                <a:solidFill>
                  <a:srgbClr val="3392C2"/>
                </a:solidFill>
                <a:latin typeface="+mj-lt"/>
              </a:rPr>
              <a:t>02</a:t>
            </a:r>
            <a:r>
              <a:rPr lang="en-US" altLang="ko-KR" sz="2200" b="1" dirty="0" smtClean="0">
                <a:solidFill>
                  <a:srgbClr val="25425F"/>
                </a:solidFill>
                <a:latin typeface="+mj-lt"/>
              </a:rPr>
              <a:t>  Proposed System</a:t>
            </a:r>
          </a:p>
          <a:p>
            <a:pPr>
              <a:lnSpc>
                <a:spcPct val="150000"/>
              </a:lnSpc>
              <a:defRPr/>
            </a:pPr>
            <a:r>
              <a:rPr lang="en-US" altLang="ko-KR" sz="2200" b="1" dirty="0" smtClean="0">
                <a:solidFill>
                  <a:srgbClr val="3392C2"/>
                </a:solidFill>
                <a:latin typeface="+mj-lt"/>
              </a:rPr>
              <a:t>03</a:t>
            </a:r>
            <a:r>
              <a:rPr lang="en-US" altLang="ko-KR" sz="2200" b="1" dirty="0" smtClean="0">
                <a:solidFill>
                  <a:srgbClr val="25425F"/>
                </a:solidFill>
                <a:latin typeface="+mj-lt"/>
              </a:rPr>
              <a:t>  </a:t>
            </a:r>
            <a:r>
              <a:rPr lang="en-US" altLang="ko-KR" sz="2200" b="1" dirty="0" err="1" smtClean="0">
                <a:solidFill>
                  <a:srgbClr val="25425F"/>
                </a:solidFill>
                <a:latin typeface="+mj-lt"/>
              </a:rPr>
              <a:t>Advantages&amp;Disadva</a:t>
            </a:r>
            <a:endParaRPr lang="en-US" altLang="ko-KR" sz="2200" b="1" dirty="0" smtClean="0">
              <a:solidFill>
                <a:srgbClr val="25425F"/>
              </a:solidFill>
              <a:latin typeface="+mj-lt"/>
            </a:endParaRPr>
          </a:p>
          <a:p>
            <a:pPr>
              <a:lnSpc>
                <a:spcPct val="150000"/>
              </a:lnSpc>
              <a:defRPr/>
            </a:pPr>
            <a:r>
              <a:rPr lang="en-US" altLang="ko-KR" sz="2200" b="1" dirty="0" smtClean="0">
                <a:solidFill>
                  <a:srgbClr val="3392C2"/>
                </a:solidFill>
                <a:latin typeface="+mj-lt"/>
              </a:rPr>
              <a:t>04</a:t>
            </a:r>
            <a:r>
              <a:rPr lang="en-US" altLang="ko-KR" sz="2200" b="1" dirty="0" smtClean="0">
                <a:solidFill>
                  <a:srgbClr val="25425F"/>
                </a:solidFill>
                <a:latin typeface="+mj-lt"/>
              </a:rPr>
              <a:t>  Function</a:t>
            </a:r>
          </a:p>
          <a:p>
            <a:pPr>
              <a:lnSpc>
                <a:spcPct val="150000"/>
              </a:lnSpc>
              <a:defRPr/>
            </a:pPr>
            <a:r>
              <a:rPr lang="en-US" altLang="ko-KR" sz="2200" b="1" dirty="0" smtClean="0">
                <a:solidFill>
                  <a:srgbClr val="00B0F0"/>
                </a:solidFill>
                <a:latin typeface="+mj-lt"/>
              </a:rPr>
              <a:t>05</a:t>
            </a:r>
            <a:r>
              <a:rPr lang="en-US" altLang="ko-KR" sz="2200" b="1" dirty="0" smtClean="0">
                <a:solidFill>
                  <a:srgbClr val="25425F"/>
                </a:solidFill>
                <a:latin typeface="+mj-lt"/>
              </a:rPr>
              <a:t>   Flow </a:t>
            </a:r>
            <a:r>
              <a:rPr lang="en-US" altLang="ko-KR" sz="2200" b="1" dirty="0" err="1" smtClean="0">
                <a:solidFill>
                  <a:srgbClr val="25425F"/>
                </a:solidFill>
                <a:latin typeface="+mj-lt"/>
              </a:rPr>
              <a:t>Chart&amp;Class</a:t>
            </a:r>
            <a:endParaRPr lang="en-US" altLang="ko-KR" sz="2200" b="1" dirty="0">
              <a:solidFill>
                <a:srgbClr val="25425F"/>
              </a:solidFill>
              <a:latin typeface="+mj-lt"/>
            </a:endParaRPr>
          </a:p>
          <a:p>
            <a:pPr>
              <a:lnSpc>
                <a:spcPct val="150000"/>
              </a:lnSpc>
              <a:defRPr/>
            </a:pPr>
            <a:r>
              <a:rPr lang="en-US" altLang="ko-KR" sz="2200" b="1" dirty="0" smtClean="0">
                <a:solidFill>
                  <a:srgbClr val="3392C2"/>
                </a:solidFill>
                <a:latin typeface="+mj-lt"/>
              </a:rPr>
              <a:t>06</a:t>
            </a:r>
            <a:r>
              <a:rPr lang="en-US" altLang="ko-KR" sz="2200" b="1" dirty="0" smtClean="0">
                <a:solidFill>
                  <a:srgbClr val="25425F"/>
                </a:solidFill>
                <a:latin typeface="+mj-lt"/>
              </a:rPr>
              <a:t>  </a:t>
            </a:r>
            <a:r>
              <a:rPr lang="en-US" altLang="ko-KR" sz="2200" b="1" dirty="0" smtClean="0">
                <a:solidFill>
                  <a:srgbClr val="25425F"/>
                </a:solidFill>
                <a:latin typeface="+mj-lt"/>
              </a:rPr>
              <a:t>Screenshots</a:t>
            </a:r>
          </a:p>
          <a:p>
            <a:pPr>
              <a:lnSpc>
                <a:spcPct val="150000"/>
              </a:lnSpc>
              <a:defRPr/>
            </a:pPr>
            <a:r>
              <a:rPr lang="en-US" altLang="ko-KR" sz="2200" b="1" dirty="0" smtClean="0">
                <a:solidFill>
                  <a:srgbClr val="00B0F0"/>
                </a:solidFill>
                <a:latin typeface="+mj-lt"/>
              </a:rPr>
              <a:t>07</a:t>
            </a:r>
            <a:r>
              <a:rPr lang="en-US" altLang="ko-KR" sz="2200" b="1" dirty="0" smtClean="0">
                <a:solidFill>
                  <a:srgbClr val="25425F"/>
                </a:solidFill>
                <a:latin typeface="+mj-lt"/>
              </a:rPr>
              <a:t>  </a:t>
            </a:r>
            <a:r>
              <a:rPr lang="en-US" altLang="ko-KR" sz="2200" b="1" dirty="0" smtClean="0">
                <a:solidFill>
                  <a:srgbClr val="25425F"/>
                </a:solidFill>
                <a:latin typeface="+mj-lt"/>
              </a:rPr>
              <a:t>Conclusion</a:t>
            </a:r>
          </a:p>
          <a:p>
            <a:pPr>
              <a:lnSpc>
                <a:spcPct val="150000"/>
              </a:lnSpc>
              <a:defRPr/>
            </a:pPr>
            <a:r>
              <a:rPr lang="en-US" altLang="ko-KR" sz="2200" b="1" dirty="0" smtClean="0">
                <a:solidFill>
                  <a:srgbClr val="00B0F0"/>
                </a:solidFill>
                <a:latin typeface="+mj-lt"/>
              </a:rPr>
              <a:t>08</a:t>
            </a:r>
            <a:r>
              <a:rPr lang="en-US" altLang="ko-KR" sz="2200" b="1" dirty="0" smtClean="0">
                <a:solidFill>
                  <a:srgbClr val="25425F"/>
                </a:solidFill>
                <a:latin typeface="+mj-lt"/>
              </a:rPr>
              <a:t>  </a:t>
            </a:r>
            <a:r>
              <a:rPr lang="en-US" altLang="ko-KR" sz="2200" b="1" dirty="0" smtClean="0">
                <a:solidFill>
                  <a:srgbClr val="25425F"/>
                </a:solidFill>
                <a:latin typeface="+mj-lt"/>
              </a:rPr>
              <a:t>Future Enhancement</a:t>
            </a:r>
          </a:p>
          <a:p>
            <a:pPr>
              <a:lnSpc>
                <a:spcPct val="150000"/>
              </a:lnSpc>
              <a:defRPr/>
            </a:pPr>
            <a:r>
              <a:rPr lang="en-US" altLang="ko-KR" sz="2200" b="1" dirty="0" smtClean="0">
                <a:solidFill>
                  <a:srgbClr val="00B0F0"/>
                </a:solidFill>
                <a:latin typeface="+mj-lt"/>
              </a:rPr>
              <a:t>09</a:t>
            </a:r>
            <a:r>
              <a:rPr lang="en-US" altLang="ko-KR" sz="2200" b="1" dirty="0" smtClean="0">
                <a:solidFill>
                  <a:srgbClr val="25425F"/>
                </a:solidFill>
                <a:latin typeface="+mj-lt"/>
              </a:rPr>
              <a:t>  </a:t>
            </a:r>
            <a:r>
              <a:rPr lang="en-US" altLang="ko-KR" sz="2200" b="1" dirty="0" smtClean="0">
                <a:solidFill>
                  <a:srgbClr val="25425F"/>
                </a:solidFill>
                <a:latin typeface="+mj-lt"/>
              </a:rPr>
              <a:t>Reference</a:t>
            </a:r>
            <a:endParaRPr lang="en-US" altLang="ko-KR" sz="2200" b="1" dirty="0">
              <a:solidFill>
                <a:srgbClr val="25425F"/>
              </a:solidFill>
              <a:latin typeface="+mj-lt"/>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a:xfrm>
            <a:off x="622598" y="0"/>
            <a:ext cx="10971373" cy="1197546"/>
          </a:xfrm>
        </p:spPr>
        <p:txBody>
          <a:bodyPr>
            <a:noAutofit/>
          </a:bodyPr>
          <a:lstStyle/>
          <a:p>
            <a:r>
              <a:rPr lang="en-US" altLang="en-US" sz="3600" b="0" dirty="0" smtClean="0">
                <a:latin typeface="Times New Roman" pitchFamily="18" charset="0"/>
                <a:cs typeface="Times New Roman" pitchFamily="18" charset="0"/>
              </a:rPr>
              <a:t/>
            </a:r>
            <a:br>
              <a:rPr lang="en-US" altLang="en-US" sz="3600" b="0" dirty="0" smtClean="0">
                <a:latin typeface="Times New Roman" pitchFamily="18" charset="0"/>
                <a:cs typeface="Times New Roman" pitchFamily="18" charset="0"/>
              </a:rPr>
            </a:br>
            <a:r>
              <a:rPr lang="en-US" altLang="en-US" sz="3600" b="0" dirty="0" smtClean="0">
                <a:latin typeface="Times New Roman" pitchFamily="18" charset="0"/>
                <a:cs typeface="Times New Roman" pitchFamily="18" charset="0"/>
              </a:rPr>
              <a:t>INTRODUCTION</a:t>
            </a:r>
            <a:r>
              <a:rPr lang="en-US" sz="3600" dirty="0" smtClean="0">
                <a:latin typeface="Times New Roman" pitchFamily="18" charset="0"/>
                <a:cs typeface="Times New Roman" pitchFamily="18" charset="0"/>
              </a:rPr>
              <a:t> </a:t>
            </a:r>
            <a:r>
              <a:rPr lang="en-US" sz="3600" dirty="0">
                <a:latin typeface="Times New Roman" pitchFamily="18" charset="0"/>
                <a:cs typeface="Times New Roman" pitchFamily="18" charset="0"/>
              </a:rPr>
              <a:t/>
            </a:r>
            <a:br>
              <a:rPr lang="en-US" sz="3600" dirty="0">
                <a:latin typeface="Times New Roman" pitchFamily="18" charset="0"/>
                <a:cs typeface="Times New Roman" pitchFamily="18" charset="0"/>
              </a:rPr>
            </a:br>
            <a:endParaRPr lang="ko-KR" altLang="en-US" sz="3600" dirty="0">
              <a:latin typeface="Times New Roman" pitchFamily="18" charset="0"/>
              <a:cs typeface="Times New Roman" pitchFamily="18" charset="0"/>
            </a:endParaRPr>
          </a:p>
        </p:txBody>
      </p:sp>
      <p:sp>
        <p:nvSpPr>
          <p:cNvPr id="37" name="내용 개체 틀 36"/>
          <p:cNvSpPr>
            <a:spLocks noGrp="1"/>
          </p:cNvSpPr>
          <p:nvPr>
            <p:ph idx="1"/>
          </p:nvPr>
        </p:nvSpPr>
        <p:spPr>
          <a:xfrm>
            <a:off x="609521" y="1485579"/>
            <a:ext cx="10971372" cy="3600399"/>
          </a:xfrm>
        </p:spPr>
        <p:txBody>
          <a:bodyPr numCol="1"/>
          <a:lstStyle/>
          <a:p>
            <a:pPr>
              <a:lnSpc>
                <a:spcPct val="150000"/>
              </a:lnSpc>
            </a:pPr>
            <a:r>
              <a:rPr lang="en-US" altLang="en-US" dirty="0" smtClean="0">
                <a:solidFill>
                  <a:schemeClr val="tx1"/>
                </a:solidFill>
                <a:latin typeface="Times New Roman" pitchFamily="18" charset="0"/>
                <a:cs typeface="Times New Roman" pitchFamily="18" charset="0"/>
              </a:rPr>
              <a:t>      </a:t>
            </a:r>
            <a:r>
              <a:rPr lang="en-US" altLang="en-US" i="0" dirty="0" smtClean="0">
                <a:solidFill>
                  <a:schemeClr val="tx1"/>
                </a:solidFill>
                <a:latin typeface="Times New Roman" pitchFamily="18" charset="0"/>
                <a:cs typeface="Times New Roman" pitchFamily="18" charset="0"/>
              </a:rPr>
              <a:t>The </a:t>
            </a:r>
            <a:r>
              <a:rPr lang="en-US" altLang="en-US" i="0" dirty="0">
                <a:solidFill>
                  <a:schemeClr val="tx1"/>
                </a:solidFill>
                <a:latin typeface="Times New Roman" pitchFamily="18" charset="0"/>
                <a:cs typeface="Times New Roman" pitchFamily="18" charset="0"/>
              </a:rPr>
              <a:t>most used and efficient method of communication in recent times is an application called </a:t>
            </a:r>
            <a:r>
              <a:rPr lang="en-US" altLang="en-US" i="0" dirty="0" err="1">
                <a:solidFill>
                  <a:schemeClr val="tx1"/>
                </a:solidFill>
                <a:latin typeface="Times New Roman" pitchFamily="18" charset="0"/>
                <a:cs typeface="Times New Roman" pitchFamily="18" charset="0"/>
              </a:rPr>
              <a:t>WhatsApp</a:t>
            </a:r>
            <a:r>
              <a:rPr lang="en-US" altLang="en-US" i="0" dirty="0">
                <a:solidFill>
                  <a:schemeClr val="tx1"/>
                </a:solidFill>
                <a:latin typeface="Times New Roman" pitchFamily="18" charset="0"/>
                <a:cs typeface="Times New Roman" pitchFamily="18" charset="0"/>
              </a:rPr>
              <a:t>. </a:t>
            </a:r>
            <a:r>
              <a:rPr lang="en-US" altLang="en-US" i="0" dirty="0" err="1">
                <a:solidFill>
                  <a:schemeClr val="tx1"/>
                </a:solidFill>
                <a:latin typeface="Times New Roman" pitchFamily="18" charset="0"/>
                <a:cs typeface="Times New Roman" pitchFamily="18" charset="0"/>
              </a:rPr>
              <a:t>WhatsApp</a:t>
            </a:r>
            <a:r>
              <a:rPr lang="en-US" altLang="en-US" i="0" dirty="0">
                <a:solidFill>
                  <a:schemeClr val="tx1"/>
                </a:solidFill>
                <a:latin typeface="Times New Roman" pitchFamily="18" charset="0"/>
                <a:cs typeface="Times New Roman" pitchFamily="18" charset="0"/>
              </a:rPr>
              <a:t> chats consist of various kinds of conversations held among groups of people. This chat consists of various topics. This information can provide lots of data for the latest technologies such as machine learning. The most important thing for a machine learning model is to provide the right learning experience which is indirectly affected by the data that we provide to the model.</a:t>
            </a:r>
          </a:p>
          <a:p>
            <a:pPr>
              <a:lnSpc>
                <a:spcPct val="150000"/>
              </a:lnSpc>
            </a:pPr>
            <a:r>
              <a:rPr lang="en-US" altLang="ko-KR" i="0" dirty="0" smtClean="0">
                <a:solidFill>
                  <a:schemeClr val="tx1"/>
                </a:solidFill>
                <a:latin typeface="Times New Roman" pitchFamily="18" charset="0"/>
                <a:cs typeface="Times New Roman" pitchFamily="18" charset="0"/>
              </a:rPr>
              <a:t>      </a:t>
            </a:r>
            <a:r>
              <a:rPr lang="en-US" altLang="en-US" i="0" dirty="0" smtClean="0">
                <a:solidFill>
                  <a:schemeClr val="tx1"/>
                </a:solidFill>
                <a:latin typeface="Times New Roman" pitchFamily="18" charset="0"/>
                <a:cs typeface="Times New Roman" pitchFamily="18" charset="0"/>
              </a:rPr>
              <a:t>Our </a:t>
            </a:r>
            <a:r>
              <a:rPr lang="en-US" altLang="en-US" i="0" dirty="0">
                <a:solidFill>
                  <a:schemeClr val="tx1"/>
                </a:solidFill>
                <a:latin typeface="Times New Roman" pitchFamily="18" charset="0"/>
                <a:cs typeface="Times New Roman" pitchFamily="18" charset="0"/>
              </a:rPr>
              <a:t>Project </a:t>
            </a:r>
            <a:r>
              <a:rPr lang="en-US" altLang="en-US" i="0" dirty="0" err="1">
                <a:solidFill>
                  <a:schemeClr val="tx1"/>
                </a:solidFill>
                <a:latin typeface="Times New Roman" pitchFamily="18" charset="0"/>
                <a:cs typeface="Times New Roman" pitchFamily="18" charset="0"/>
              </a:rPr>
              <a:t>WhatsApp</a:t>
            </a:r>
            <a:r>
              <a:rPr lang="en-US" altLang="en-US" i="0" dirty="0">
                <a:solidFill>
                  <a:schemeClr val="tx1"/>
                </a:solidFill>
                <a:latin typeface="Times New Roman" pitchFamily="18" charset="0"/>
                <a:cs typeface="Times New Roman" pitchFamily="18" charset="0"/>
              </a:rPr>
              <a:t> Chat </a:t>
            </a:r>
            <a:r>
              <a:rPr lang="en-US" altLang="en-US" i="0" dirty="0" err="1">
                <a:solidFill>
                  <a:schemeClr val="tx1"/>
                </a:solidFill>
                <a:latin typeface="Times New Roman" pitchFamily="18" charset="0"/>
                <a:cs typeface="Times New Roman" pitchFamily="18" charset="0"/>
              </a:rPr>
              <a:t>Analyser</a:t>
            </a:r>
            <a:r>
              <a:rPr lang="en-US" altLang="en-US" i="0" dirty="0">
                <a:solidFill>
                  <a:schemeClr val="tx1"/>
                </a:solidFill>
                <a:latin typeface="Times New Roman" pitchFamily="18" charset="0"/>
                <a:cs typeface="Times New Roman" pitchFamily="18" charset="0"/>
              </a:rPr>
              <a:t> aims to provide in-depth analysis of this data which is provided by </a:t>
            </a:r>
            <a:r>
              <a:rPr lang="en-US" altLang="en-US" i="0" dirty="0" err="1">
                <a:solidFill>
                  <a:schemeClr val="tx1"/>
                </a:solidFill>
                <a:latin typeface="Times New Roman" pitchFamily="18" charset="0"/>
                <a:cs typeface="Times New Roman" pitchFamily="18" charset="0"/>
              </a:rPr>
              <a:t>WhatsApp</a:t>
            </a:r>
            <a:r>
              <a:rPr lang="en-US" altLang="en-US" i="0" dirty="0" smtClean="0">
                <a:solidFill>
                  <a:schemeClr val="tx1"/>
                </a:solidFill>
                <a:latin typeface="Times New Roman" pitchFamily="18" charset="0"/>
                <a:cs typeface="Times New Roman" pitchFamily="18" charset="0"/>
              </a:rPr>
              <a:t>.</a:t>
            </a:r>
            <a:endParaRPr lang="ko-KR" altLang="en-US" i="0" dirty="0">
              <a:solidFill>
                <a:schemeClr val="tx1"/>
              </a:solidFill>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en-US" altLang="en-US" dirty="0"/>
              <a:t>PROPOSED SYSTEM:</a:t>
            </a:r>
            <a:endParaRPr lang="ko-KR" altLang="en-US" dirty="0"/>
          </a:p>
        </p:txBody>
      </p:sp>
      <p:sp>
        <p:nvSpPr>
          <p:cNvPr id="3" name="Content Placeholder 2"/>
          <p:cNvSpPr>
            <a:spLocks noGrp="1"/>
          </p:cNvSpPr>
          <p:nvPr>
            <p:ph idx="1"/>
          </p:nvPr>
        </p:nvSpPr>
        <p:spPr>
          <a:xfrm>
            <a:off x="1126654" y="1485579"/>
            <a:ext cx="9145016" cy="4176464"/>
          </a:xfrm>
        </p:spPr>
        <p:txBody>
          <a:bodyPr/>
          <a:lstStyle/>
          <a:p>
            <a:pPr>
              <a:lnSpc>
                <a:spcPct val="200000"/>
              </a:lnSpc>
            </a:pPr>
            <a:r>
              <a:rPr lang="en-US" altLang="en-US" i="0" dirty="0" smtClean="0"/>
              <a:t>       </a:t>
            </a:r>
            <a:r>
              <a:rPr lang="en-US" altLang="en-US" i="0" dirty="0" smtClean="0">
                <a:latin typeface="Times New Roman" pitchFamily="18" charset="0"/>
                <a:cs typeface="Times New Roman" pitchFamily="18" charset="0"/>
              </a:rPr>
              <a:t>The </a:t>
            </a:r>
            <a:r>
              <a:rPr lang="en-US" altLang="en-US" i="0" dirty="0" err="1">
                <a:latin typeface="Times New Roman" pitchFamily="18" charset="0"/>
                <a:cs typeface="Times New Roman" pitchFamily="18" charset="0"/>
              </a:rPr>
              <a:t>WhatsApp</a:t>
            </a:r>
            <a:r>
              <a:rPr lang="en-US" altLang="en-US" i="0" dirty="0">
                <a:latin typeface="Times New Roman" pitchFamily="18" charset="0"/>
                <a:cs typeface="Times New Roman" pitchFamily="18" charset="0"/>
              </a:rPr>
              <a:t> Chat </a:t>
            </a:r>
            <a:r>
              <a:rPr lang="en-US" altLang="en-US" i="0" dirty="0" err="1">
                <a:latin typeface="Times New Roman" pitchFamily="18" charset="0"/>
                <a:cs typeface="Times New Roman" pitchFamily="18" charset="0"/>
              </a:rPr>
              <a:t>Analyser</a:t>
            </a:r>
            <a:r>
              <a:rPr lang="en-US" altLang="en-US" i="0" dirty="0">
                <a:latin typeface="Times New Roman" pitchFamily="18" charset="0"/>
                <a:cs typeface="Times New Roman" pitchFamily="18" charset="0"/>
              </a:rPr>
              <a:t> is designed for any user who wants to get an in-depth analysis of their </a:t>
            </a:r>
            <a:r>
              <a:rPr lang="en-US" altLang="en-US" i="0" dirty="0" err="1">
                <a:latin typeface="Times New Roman" pitchFamily="18" charset="0"/>
                <a:cs typeface="Times New Roman" pitchFamily="18" charset="0"/>
              </a:rPr>
              <a:t>whatsapp</a:t>
            </a:r>
            <a:r>
              <a:rPr lang="en-US" altLang="en-US" i="0" dirty="0">
                <a:latin typeface="Times New Roman" pitchFamily="18" charset="0"/>
                <a:cs typeface="Times New Roman" pitchFamily="18" charset="0"/>
              </a:rPr>
              <a:t> chats. The new system is easy to use, helps you to </a:t>
            </a:r>
            <a:r>
              <a:rPr lang="en-US" altLang="en-US" i="0" dirty="0" err="1">
                <a:latin typeface="Times New Roman" pitchFamily="18" charset="0"/>
                <a:cs typeface="Times New Roman" pitchFamily="18" charset="0"/>
              </a:rPr>
              <a:t>analyse</a:t>
            </a:r>
            <a:r>
              <a:rPr lang="en-US" altLang="en-US" i="0" dirty="0">
                <a:latin typeface="Times New Roman" pitchFamily="18" charset="0"/>
                <a:cs typeface="Times New Roman" pitchFamily="18" charset="0"/>
              </a:rPr>
              <a:t> personal as well as group chats in an efficient manner. These services are to be provided in an efficient, cost effective manner, with the goal of reducing the time and resources </a:t>
            </a:r>
            <a:r>
              <a:rPr lang="en-US" altLang="en-US" i="0" dirty="0" smtClean="0">
                <a:latin typeface="Times New Roman" pitchFamily="18" charset="0"/>
                <a:cs typeface="Times New Roman" pitchFamily="18" charset="0"/>
              </a:rPr>
              <a:t>currently required </a:t>
            </a:r>
            <a:r>
              <a:rPr lang="en-US" altLang="en-US" i="0" dirty="0">
                <a:latin typeface="Times New Roman" pitchFamily="18" charset="0"/>
                <a:cs typeface="Times New Roman" pitchFamily="18" charset="0"/>
              </a:rPr>
              <a:t>for such tasks.</a:t>
            </a:r>
            <a:r>
              <a:rPr lang="en-US" dirty="0">
                <a:latin typeface="Times New Roman" pitchFamily="18" charset="0"/>
                <a:cs typeface="Times New Roman" pitchFamily="18" charset="0"/>
              </a:rPr>
              <a:t> </a:t>
            </a:r>
            <a:r>
              <a:rPr lang="en-US" dirty="0"/>
              <a:t/>
            </a:r>
            <a:br>
              <a:rPr lang="en-US" dirty="0"/>
            </a:br>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altLang="en-US" dirty="0" smtClean="0"/>
              <a:t>ADVANTAGES&amp;</a:t>
            </a:r>
            <a:r>
              <a:rPr lang="en-US" altLang="en-US" dirty="0"/>
              <a:t>DISADVANTAGES</a:t>
            </a:r>
            <a:endParaRPr lang="en-US" dirty="0"/>
          </a:p>
        </p:txBody>
      </p:sp>
      <p:sp>
        <p:nvSpPr>
          <p:cNvPr id="3" name="Content Placeholder 2"/>
          <p:cNvSpPr>
            <a:spLocks noGrp="1"/>
          </p:cNvSpPr>
          <p:nvPr>
            <p:ph idx="1"/>
          </p:nvPr>
        </p:nvSpPr>
        <p:spPr>
          <a:xfrm>
            <a:off x="1486694" y="1485578"/>
            <a:ext cx="10585176" cy="3816423"/>
          </a:xfrm>
        </p:spPr>
        <p:txBody>
          <a:bodyPr numCol="2">
            <a:normAutofit/>
          </a:bodyPr>
          <a:lstStyle/>
          <a:p>
            <a:r>
              <a:rPr lang="en-US" altLang="en-US" b="1" dirty="0" smtClean="0"/>
              <a:t>ADVANTAGES:</a:t>
            </a:r>
          </a:p>
          <a:p>
            <a:endParaRPr lang="en-US" altLang="en-US" b="1" dirty="0" smtClean="0"/>
          </a:p>
          <a:p>
            <a:pPr>
              <a:lnSpc>
                <a:spcPct val="150000"/>
              </a:lnSpc>
              <a:buFont typeface="Wingdings" pitchFamily="2" charset="2"/>
              <a:buChar char="Ø"/>
            </a:pPr>
            <a:r>
              <a:rPr lang="en-US" altLang="en-US" i="0" dirty="0">
                <a:latin typeface="Times New Roman" pitchFamily="18" charset="0"/>
                <a:cs typeface="Times New Roman" pitchFamily="18" charset="0"/>
              </a:rPr>
              <a:t>Understanding communication </a:t>
            </a:r>
            <a:r>
              <a:rPr lang="en-US" altLang="en-US" i="0" dirty="0" smtClean="0">
                <a:latin typeface="Times New Roman" pitchFamily="18" charset="0"/>
                <a:cs typeface="Times New Roman" pitchFamily="18" charset="0"/>
              </a:rPr>
              <a:t>patterns</a:t>
            </a:r>
          </a:p>
          <a:p>
            <a:pPr>
              <a:lnSpc>
                <a:spcPct val="150000"/>
              </a:lnSpc>
              <a:buFont typeface="Wingdings" pitchFamily="2" charset="2"/>
              <a:buChar char="Ø"/>
            </a:pPr>
            <a:r>
              <a:rPr lang="en-US" altLang="en-US" i="0" dirty="0">
                <a:latin typeface="Times New Roman" pitchFamily="18" charset="0"/>
                <a:cs typeface="Times New Roman" pitchFamily="18" charset="0"/>
              </a:rPr>
              <a:t>Identifying key </a:t>
            </a:r>
            <a:r>
              <a:rPr lang="en-US" altLang="en-US" i="0" dirty="0" smtClean="0">
                <a:latin typeface="Times New Roman" pitchFamily="18" charset="0"/>
                <a:cs typeface="Times New Roman" pitchFamily="18" charset="0"/>
              </a:rPr>
              <a:t>contributors</a:t>
            </a:r>
          </a:p>
          <a:p>
            <a:pPr>
              <a:lnSpc>
                <a:spcPct val="150000"/>
              </a:lnSpc>
              <a:buFont typeface="Wingdings" pitchFamily="2" charset="2"/>
              <a:buChar char="Ø"/>
            </a:pPr>
            <a:r>
              <a:rPr lang="en-US" altLang="en-US" i="0" dirty="0">
                <a:latin typeface="Times New Roman" pitchFamily="18" charset="0"/>
                <a:cs typeface="Times New Roman" pitchFamily="18" charset="0"/>
              </a:rPr>
              <a:t>Evaluating </a:t>
            </a:r>
            <a:r>
              <a:rPr lang="en-US" altLang="en-US" i="0" dirty="0" smtClean="0">
                <a:latin typeface="Times New Roman" pitchFamily="18" charset="0"/>
                <a:cs typeface="Times New Roman" pitchFamily="18" charset="0"/>
              </a:rPr>
              <a:t>sentiment</a:t>
            </a:r>
          </a:p>
          <a:p>
            <a:pPr>
              <a:lnSpc>
                <a:spcPct val="150000"/>
              </a:lnSpc>
              <a:buFont typeface="Wingdings" pitchFamily="2" charset="2"/>
              <a:buChar char="Ø"/>
            </a:pPr>
            <a:r>
              <a:rPr lang="en-US" altLang="en-US" i="0" dirty="0">
                <a:latin typeface="Times New Roman" pitchFamily="18" charset="0"/>
                <a:cs typeface="Times New Roman" pitchFamily="18" charset="0"/>
              </a:rPr>
              <a:t>Tracking </a:t>
            </a:r>
            <a:r>
              <a:rPr lang="en-US" altLang="en-US" i="0" dirty="0" smtClean="0">
                <a:latin typeface="Times New Roman" pitchFamily="18" charset="0"/>
                <a:cs typeface="Times New Roman" pitchFamily="18" charset="0"/>
              </a:rPr>
              <a:t>trends</a:t>
            </a:r>
          </a:p>
          <a:p>
            <a:pPr>
              <a:lnSpc>
                <a:spcPct val="150000"/>
              </a:lnSpc>
              <a:buFont typeface="Wingdings" pitchFamily="2" charset="2"/>
              <a:buChar char="Ø"/>
            </a:pPr>
            <a:r>
              <a:rPr lang="en-US" altLang="en-US" i="0" dirty="0" smtClean="0">
                <a:latin typeface="Times New Roman" pitchFamily="18" charset="0"/>
                <a:cs typeface="Times New Roman" pitchFamily="18" charset="0"/>
              </a:rPr>
              <a:t>Time-Saving</a:t>
            </a:r>
          </a:p>
          <a:p>
            <a:pPr marL="0" indent="0">
              <a:lnSpc>
                <a:spcPct val="150000"/>
              </a:lnSpc>
            </a:pPr>
            <a:r>
              <a:rPr lang="en-US" altLang="en-US" b="1" dirty="0" smtClean="0"/>
              <a:t>DISADVANTAGES:</a:t>
            </a:r>
          </a:p>
          <a:p>
            <a:pPr marL="342900" indent="-342900">
              <a:lnSpc>
                <a:spcPct val="200000"/>
              </a:lnSpc>
              <a:buFont typeface="Wingdings" pitchFamily="2" charset="2"/>
              <a:buChar char="Ø"/>
            </a:pPr>
            <a:r>
              <a:rPr lang="en-US" altLang="en-US" i="0" dirty="0">
                <a:latin typeface="Times New Roman" pitchFamily="18" charset="0"/>
                <a:cs typeface="Times New Roman" pitchFamily="18" charset="0"/>
              </a:rPr>
              <a:t>Raw Data </a:t>
            </a:r>
            <a:r>
              <a:rPr lang="en-US" altLang="en-US" i="0" dirty="0" smtClean="0">
                <a:latin typeface="Times New Roman" pitchFamily="18" charset="0"/>
                <a:cs typeface="Times New Roman" pitchFamily="18" charset="0"/>
              </a:rPr>
              <a:t>Format</a:t>
            </a:r>
          </a:p>
          <a:p>
            <a:pPr marL="342900" indent="-342900">
              <a:lnSpc>
                <a:spcPct val="200000"/>
              </a:lnSpc>
              <a:buFont typeface="Wingdings" pitchFamily="2" charset="2"/>
              <a:buChar char="Ø"/>
            </a:pPr>
            <a:r>
              <a:rPr lang="en-US" altLang="en-US" i="0" dirty="0">
                <a:latin typeface="Times New Roman" pitchFamily="18" charset="0"/>
                <a:cs typeface="Times New Roman" pitchFamily="18" charset="0"/>
              </a:rPr>
              <a:t>Individual Chat </a:t>
            </a:r>
            <a:r>
              <a:rPr lang="en-US" altLang="en-US" i="0" dirty="0" smtClean="0">
                <a:latin typeface="Times New Roman" pitchFamily="18" charset="0"/>
                <a:cs typeface="Times New Roman" pitchFamily="18" charset="0"/>
              </a:rPr>
              <a:t>Exports</a:t>
            </a:r>
          </a:p>
          <a:p>
            <a:pPr marL="342900" indent="-342900">
              <a:lnSpc>
                <a:spcPct val="200000"/>
              </a:lnSpc>
              <a:buFont typeface="Wingdings" pitchFamily="2" charset="2"/>
              <a:buChar char="Ø"/>
            </a:pPr>
            <a:r>
              <a:rPr lang="en-US" altLang="en-US" i="0" dirty="0">
                <a:latin typeface="Times New Roman" pitchFamily="18" charset="0"/>
                <a:cs typeface="Times New Roman" pitchFamily="18" charset="0"/>
              </a:rPr>
              <a:t>Privacy </a:t>
            </a:r>
            <a:r>
              <a:rPr lang="en-US" altLang="en-US" i="0" dirty="0" smtClean="0">
                <a:latin typeface="Times New Roman" pitchFamily="18" charset="0"/>
                <a:cs typeface="Times New Roman" pitchFamily="18" charset="0"/>
              </a:rPr>
              <a:t>concerns</a:t>
            </a:r>
          </a:p>
          <a:p>
            <a:pPr marL="342900" indent="-342900">
              <a:lnSpc>
                <a:spcPct val="200000"/>
              </a:lnSpc>
              <a:buFont typeface="Wingdings" pitchFamily="2" charset="2"/>
              <a:buChar char="Ø"/>
            </a:pPr>
            <a:r>
              <a:rPr lang="en-US" altLang="en-US" i="0" dirty="0">
                <a:latin typeface="Times New Roman" pitchFamily="18" charset="0"/>
                <a:cs typeface="Times New Roman" pitchFamily="18" charset="0"/>
              </a:rPr>
              <a:t>Limited context</a:t>
            </a:r>
            <a:endParaRPr lang="en-US" i="0" dirty="0">
              <a:latin typeface="Times New Roman" pitchFamily="18" charset="0"/>
              <a:cs typeface="Times New Roman" pitchFamily="18" charset="0"/>
            </a:endParaRPr>
          </a:p>
        </p:txBody>
      </p:sp>
    </p:spTree>
    <p:extLst>
      <p:ext uri="{BB962C8B-B14F-4D97-AF65-F5344CB8AC3E}">
        <p14:creationId xmlns:p14="http://schemas.microsoft.com/office/powerpoint/2010/main" val="744775714"/>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FUNCTION:</a:t>
            </a:r>
            <a:endParaRPr lang="en-US" dirty="0"/>
          </a:p>
        </p:txBody>
      </p:sp>
      <p:sp>
        <p:nvSpPr>
          <p:cNvPr id="3" name="Content Placeholder 2"/>
          <p:cNvSpPr>
            <a:spLocks noGrp="1"/>
          </p:cNvSpPr>
          <p:nvPr>
            <p:ph idx="1"/>
          </p:nvPr>
        </p:nvSpPr>
        <p:spPr>
          <a:xfrm>
            <a:off x="838622" y="1485579"/>
            <a:ext cx="7992888" cy="2880319"/>
          </a:xfrm>
        </p:spPr>
        <p:txBody>
          <a:bodyPr numCol="2">
            <a:normAutofit/>
          </a:bodyPr>
          <a:lstStyle/>
          <a:p>
            <a:pPr marL="0" indent="0">
              <a:lnSpc>
                <a:spcPct val="160000"/>
              </a:lnSpc>
            </a:pPr>
            <a:r>
              <a:rPr lang="en-US" b="1" i="0" dirty="0" smtClean="0">
                <a:latin typeface="Times New Roman" pitchFamily="18" charset="0"/>
                <a:cs typeface="Times New Roman" pitchFamily="18" charset="0"/>
              </a:rPr>
              <a:t>FUNCTION:</a:t>
            </a:r>
          </a:p>
          <a:p>
            <a:pPr>
              <a:lnSpc>
                <a:spcPct val="160000"/>
              </a:lnSpc>
              <a:buFont typeface="Wingdings" pitchFamily="2" charset="2"/>
              <a:buChar char="Ø"/>
            </a:pPr>
            <a:r>
              <a:rPr lang="en-US" dirty="0" smtClean="0">
                <a:latin typeface="Times New Roman" pitchFamily="18" charset="0"/>
                <a:cs typeface="Times New Roman" pitchFamily="18" charset="0"/>
              </a:rPr>
              <a:t>Data </a:t>
            </a:r>
            <a:r>
              <a:rPr lang="en-US" dirty="0">
                <a:latin typeface="Times New Roman" pitchFamily="18" charset="0"/>
                <a:cs typeface="Times New Roman" pitchFamily="18" charset="0"/>
              </a:rPr>
              <a:t>Import and </a:t>
            </a:r>
            <a:r>
              <a:rPr lang="en-US" dirty="0" smtClean="0">
                <a:latin typeface="Times New Roman" pitchFamily="18" charset="0"/>
                <a:cs typeface="Times New Roman" pitchFamily="18" charset="0"/>
              </a:rPr>
              <a:t>Preparation</a:t>
            </a:r>
          </a:p>
          <a:p>
            <a:pPr>
              <a:lnSpc>
                <a:spcPct val="160000"/>
              </a:lnSpc>
              <a:buFont typeface="Wingdings" pitchFamily="2" charset="2"/>
              <a:buChar char="Ø"/>
            </a:pPr>
            <a:r>
              <a:rPr lang="en-US" dirty="0">
                <a:latin typeface="Times New Roman" pitchFamily="18" charset="0"/>
                <a:cs typeface="Times New Roman" pitchFamily="18" charset="0"/>
              </a:rPr>
              <a:t>Message </a:t>
            </a:r>
            <a:r>
              <a:rPr lang="en-US" dirty="0" smtClean="0">
                <a:latin typeface="Times New Roman" pitchFamily="18" charset="0"/>
                <a:cs typeface="Times New Roman" pitchFamily="18" charset="0"/>
              </a:rPr>
              <a:t>Statistics</a:t>
            </a:r>
          </a:p>
          <a:p>
            <a:pPr>
              <a:lnSpc>
                <a:spcPct val="160000"/>
              </a:lnSpc>
              <a:buFont typeface="Wingdings" pitchFamily="2" charset="2"/>
              <a:buChar char="Ø"/>
            </a:pPr>
            <a:r>
              <a:rPr lang="en-US" dirty="0">
                <a:latin typeface="Times New Roman" pitchFamily="18" charset="0"/>
                <a:cs typeface="Times New Roman" pitchFamily="18" charset="0"/>
              </a:rPr>
              <a:t>Sentiment </a:t>
            </a:r>
            <a:r>
              <a:rPr lang="en-US" dirty="0" smtClean="0">
                <a:latin typeface="Times New Roman" pitchFamily="18" charset="0"/>
                <a:cs typeface="Times New Roman" pitchFamily="18" charset="0"/>
              </a:rPr>
              <a:t>Analysis</a:t>
            </a:r>
          </a:p>
          <a:p>
            <a:pPr>
              <a:lnSpc>
                <a:spcPct val="160000"/>
              </a:lnSpc>
              <a:buFont typeface="Wingdings" pitchFamily="2" charset="2"/>
              <a:buChar char="Ø"/>
            </a:pPr>
            <a:r>
              <a:rPr lang="en-US" dirty="0">
                <a:latin typeface="Times New Roman" pitchFamily="18" charset="0"/>
                <a:cs typeface="Times New Roman" pitchFamily="18" charset="0"/>
              </a:rPr>
              <a:t>Keyword and Topic </a:t>
            </a:r>
            <a:r>
              <a:rPr lang="en-US" dirty="0" smtClean="0">
                <a:latin typeface="Times New Roman" pitchFamily="18" charset="0"/>
                <a:cs typeface="Times New Roman" pitchFamily="18" charset="0"/>
              </a:rPr>
              <a:t>Analysis</a:t>
            </a:r>
          </a:p>
          <a:p>
            <a:pPr marL="0" indent="0">
              <a:lnSpc>
                <a:spcPct val="160000"/>
              </a:lnSpc>
            </a:pPr>
            <a:endParaRPr lang="en-US" dirty="0" smtClean="0">
              <a:latin typeface="Times New Roman" pitchFamily="18" charset="0"/>
              <a:cs typeface="Times New Roman" pitchFamily="18" charset="0"/>
            </a:endParaRPr>
          </a:p>
          <a:p>
            <a:pPr>
              <a:lnSpc>
                <a:spcPct val="160000"/>
              </a:lnSpc>
              <a:buFont typeface="Wingdings" pitchFamily="2" charset="2"/>
              <a:buChar char="Ø"/>
            </a:pPr>
            <a:r>
              <a:rPr lang="en-US" dirty="0">
                <a:latin typeface="Times New Roman" pitchFamily="18" charset="0"/>
                <a:cs typeface="Times New Roman" pitchFamily="18" charset="0"/>
              </a:rPr>
              <a:t>Comparative </a:t>
            </a:r>
            <a:r>
              <a:rPr lang="en-US" dirty="0" smtClean="0">
                <a:latin typeface="Times New Roman" pitchFamily="18" charset="0"/>
                <a:cs typeface="Times New Roman" pitchFamily="18" charset="0"/>
              </a:rPr>
              <a:t>Analysis</a:t>
            </a:r>
          </a:p>
          <a:p>
            <a:pPr>
              <a:lnSpc>
                <a:spcPct val="160000"/>
              </a:lnSpc>
              <a:buFont typeface="Wingdings" pitchFamily="2" charset="2"/>
              <a:buChar char="Ø"/>
            </a:pPr>
            <a:r>
              <a:rPr lang="en-US" altLang="en-US" i="0" dirty="0" err="1" smtClean="0">
                <a:latin typeface="Times New Roman" pitchFamily="18" charset="0"/>
                <a:cs typeface="Times New Roman" pitchFamily="18" charset="0"/>
              </a:rPr>
              <a:t>WordCloud</a:t>
            </a:r>
            <a:endParaRPr lang="en-US" altLang="en-US" i="0" dirty="0" smtClean="0">
              <a:latin typeface="Times New Roman" pitchFamily="18" charset="0"/>
              <a:cs typeface="Times New Roman" pitchFamily="18" charset="0"/>
            </a:endParaRPr>
          </a:p>
          <a:p>
            <a:pPr>
              <a:lnSpc>
                <a:spcPct val="160000"/>
              </a:lnSpc>
              <a:buFont typeface="Wingdings" pitchFamily="2" charset="2"/>
              <a:buChar char="Ø"/>
            </a:pPr>
            <a:r>
              <a:rPr lang="en-US" altLang="en-US" i="0" dirty="0">
                <a:latin typeface="Times New Roman" pitchFamily="18" charset="0"/>
                <a:cs typeface="Times New Roman" pitchFamily="18" charset="0"/>
              </a:rPr>
              <a:t>Activity </a:t>
            </a:r>
            <a:r>
              <a:rPr lang="en-US" altLang="en-US" i="0" dirty="0" smtClean="0">
                <a:latin typeface="Times New Roman" pitchFamily="18" charset="0"/>
                <a:cs typeface="Times New Roman" pitchFamily="18" charset="0"/>
              </a:rPr>
              <a:t>Map</a:t>
            </a:r>
          </a:p>
          <a:p>
            <a:pPr>
              <a:lnSpc>
                <a:spcPct val="160000"/>
              </a:lnSpc>
              <a:buFont typeface="Wingdings" pitchFamily="2" charset="2"/>
              <a:buChar char="Ø"/>
            </a:pPr>
            <a:r>
              <a:rPr lang="en-US" i="0" dirty="0" smtClean="0">
                <a:latin typeface="Times New Roman" pitchFamily="18" charset="0"/>
                <a:cs typeface="Times New Roman" pitchFamily="18" charset="0"/>
              </a:rPr>
              <a:t>Messaging Frequency</a:t>
            </a:r>
            <a:endParaRPr lang="en-US" i="0" dirty="0">
              <a:latin typeface="Times New Roman" pitchFamily="18" charset="0"/>
              <a:cs typeface="Times New Roman" pitchFamily="18" charset="0"/>
            </a:endParaRPr>
          </a:p>
        </p:txBody>
      </p:sp>
    </p:spTree>
    <p:extLst>
      <p:ext uri="{BB962C8B-B14F-4D97-AF65-F5344CB8AC3E}">
        <p14:creationId xmlns:p14="http://schemas.microsoft.com/office/powerpoint/2010/main" val="255282880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Flow Chart &amp; Class Diagram:</a:t>
            </a:r>
            <a:endParaRPr lang="en-US" dirty="0"/>
          </a:p>
        </p:txBody>
      </p:sp>
      <p:pic>
        <p:nvPicPr>
          <p:cNvPr id="4" name="Content Placeholder 3"/>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622598" y="1341562"/>
            <a:ext cx="5184576" cy="4824413"/>
          </a:xfrm>
          <a:prstGeom prst="rect">
            <a:avLst/>
          </a:prstGeom>
          <a:ln>
            <a:noFill/>
          </a:ln>
          <a:effectLst>
            <a:softEdge rad="112500"/>
          </a:effectLst>
        </p:spPr>
      </p:pic>
      <p:pic>
        <p:nvPicPr>
          <p:cNvPr id="5" name="Picture 4"/>
          <p:cNvPicPr/>
          <p:nvPr/>
        </p:nvPicPr>
        <p:blipFill>
          <a:blip r:embed="rId3">
            <a:extLst>
              <a:ext uri="{28A0092B-C50C-407E-A947-70E740481C1C}">
                <a14:useLocalDpi xmlns:a14="http://schemas.microsoft.com/office/drawing/2010/main" val="0"/>
              </a:ext>
            </a:extLst>
          </a:blip>
          <a:stretch>
            <a:fillRect/>
          </a:stretch>
        </p:blipFill>
        <p:spPr>
          <a:xfrm>
            <a:off x="6278820" y="1413570"/>
            <a:ext cx="5486400" cy="4320480"/>
          </a:xfrm>
          <a:prstGeom prst="rect">
            <a:avLst/>
          </a:prstGeom>
        </p:spPr>
      </p:pic>
    </p:spTree>
    <p:extLst>
      <p:ext uri="{BB962C8B-B14F-4D97-AF65-F5344CB8AC3E}">
        <p14:creationId xmlns:p14="http://schemas.microsoft.com/office/powerpoint/2010/main" val="1727498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SCREENSHOTS</a:t>
            </a:r>
            <a:endParaRPr lang="en-US"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14686" y="1485901"/>
            <a:ext cx="9217024" cy="4104133"/>
          </a:xfrm>
        </p:spPr>
      </p:pic>
    </p:spTree>
    <p:extLst>
      <p:ext uri="{BB962C8B-B14F-4D97-AF65-F5344CB8AC3E}">
        <p14:creationId xmlns:p14="http://schemas.microsoft.com/office/powerpoint/2010/main" val="214768330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550590" y="1773610"/>
            <a:ext cx="11233248" cy="4680520"/>
          </a:xfrm>
        </p:spPr>
      </p:pic>
    </p:spTree>
    <p:extLst>
      <p:ext uri="{BB962C8B-B14F-4D97-AF65-F5344CB8AC3E}">
        <p14:creationId xmlns:p14="http://schemas.microsoft.com/office/powerpoint/2010/main" val="428084583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p:cNvPicPr>
            <a:picLocks noGrp="1" noChangeAspect="1"/>
          </p:cNvPicPr>
          <p:nvPr>
            <p:ph idx="4294967295"/>
          </p:nvPr>
        </p:nvPicPr>
        <p:blipFill>
          <a:blip r:embed="rId2">
            <a:extLst>
              <a:ext uri="{28A0092B-C50C-407E-A947-70E740481C1C}">
                <a14:useLocalDpi xmlns:a14="http://schemas.microsoft.com/office/drawing/2010/main" val="0"/>
              </a:ext>
            </a:extLst>
          </a:blip>
          <a:stretch>
            <a:fillRect/>
          </a:stretch>
        </p:blipFill>
        <p:spPr>
          <a:xfrm>
            <a:off x="478582" y="1773610"/>
            <a:ext cx="11161240" cy="4752528"/>
          </a:xfrm>
        </p:spPr>
      </p:pic>
    </p:spTree>
    <p:extLst>
      <p:ext uri="{BB962C8B-B14F-4D97-AF65-F5344CB8AC3E}">
        <p14:creationId xmlns:p14="http://schemas.microsoft.com/office/powerpoint/2010/main" val="31101848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rmAutofit fontScale="90000"/>
          </a:bodyPr>
          <a:lstStyle/>
          <a:p>
            <a:r>
              <a:rPr lang="en-US" altLang="en-US" dirty="0" smtClean="0">
                <a:latin typeface="Times New Roman" pitchFamily="18" charset="0"/>
                <a:cs typeface="Times New Roman" pitchFamily="18" charset="0"/>
              </a:rPr>
              <a:t/>
            </a:r>
            <a:br>
              <a:rPr lang="en-US" altLang="en-US" dirty="0" smtClean="0">
                <a:latin typeface="Times New Roman" pitchFamily="18" charset="0"/>
                <a:cs typeface="Times New Roman" pitchFamily="18" charset="0"/>
              </a:rPr>
            </a:br>
            <a:r>
              <a:rPr lang="en-US" altLang="en-US" dirty="0" smtClean="0">
                <a:latin typeface="Times New Roman" pitchFamily="18" charset="0"/>
                <a:cs typeface="Times New Roman" pitchFamily="18" charset="0"/>
              </a:rPr>
              <a:t>CONCLUSION:</a:t>
            </a:r>
            <a:r>
              <a:rPr lang="en-US" altLang="en-US" dirty="0">
                <a:latin typeface="Times New Roman" pitchFamily="18" charset="0"/>
                <a:cs typeface="Times New Roman" pitchFamily="18" charset="0"/>
              </a:rPr>
              <a:t/>
            </a:r>
            <a:br>
              <a:rPr lang="en-US" altLang="en-US" dirty="0">
                <a:latin typeface="Times New Roman" pitchFamily="18" charset="0"/>
                <a:cs typeface="Times New Roman" pitchFamily="18" charset="0"/>
              </a:rPr>
            </a:br>
            <a:endParaRPr lang="en-US" dirty="0">
              <a:latin typeface="Times New Roman" pitchFamily="18" charset="0"/>
              <a:cs typeface="Times New Roman" pitchFamily="18" charset="0"/>
            </a:endParaRPr>
          </a:p>
        </p:txBody>
      </p:sp>
      <p:graphicFrame>
        <p:nvGraphicFramePr>
          <p:cNvPr id="11" name="Content Placeholder 10"/>
          <p:cNvGraphicFramePr>
            <a:graphicFrameLocks noGrp="1"/>
          </p:cNvGraphicFramePr>
          <p:nvPr>
            <p:ph idx="1"/>
            <p:extLst>
              <p:ext uri="{D42A27DB-BD31-4B8C-83A1-F6EECF244321}">
                <p14:modId xmlns:p14="http://schemas.microsoft.com/office/powerpoint/2010/main" val="3194746229"/>
              </p:ext>
            </p:extLst>
          </p:nvPr>
        </p:nvGraphicFramePr>
        <p:xfrm>
          <a:off x="694606" y="1557587"/>
          <a:ext cx="10729192" cy="3816424"/>
        </p:xfrm>
        <a:graphic>
          <a:graphicData uri="http://schemas.openxmlformats.org/drawingml/2006/table">
            <a:tbl>
              <a:tblPr/>
              <a:tblGrid>
                <a:gridCol w="10729192"/>
              </a:tblGrid>
              <a:tr h="3816424">
                <a:tc>
                  <a:txBody>
                    <a:bodyPr/>
                    <a:lstStyle/>
                    <a:p>
                      <a:pPr>
                        <a:lnSpc>
                          <a:spcPct val="150000"/>
                        </a:lnSpc>
                      </a:pPr>
                      <a:r>
                        <a:rPr lang="en-US" sz="2000" b="0" i="0" dirty="0" smtClean="0">
                          <a:solidFill>
                            <a:srgbClr val="000000"/>
                          </a:solidFill>
                          <a:effectLst/>
                          <a:latin typeface="TimesNewRomanPSMT"/>
                        </a:rPr>
                        <a:t>This </a:t>
                      </a:r>
                      <a:r>
                        <a:rPr lang="en-US" sz="2000" b="0" i="0" dirty="0">
                          <a:solidFill>
                            <a:srgbClr val="000000"/>
                          </a:solidFill>
                          <a:effectLst/>
                          <a:latin typeface="TimesNewRomanPSMT"/>
                        </a:rPr>
                        <a:t>work was able to discuss the </a:t>
                      </a:r>
                      <a:r>
                        <a:rPr lang="en-US" sz="2000" b="0" i="0" dirty="0" err="1">
                          <a:solidFill>
                            <a:srgbClr val="000000"/>
                          </a:solidFill>
                          <a:effectLst/>
                          <a:latin typeface="TimesNewRomanPSMT"/>
                        </a:rPr>
                        <a:t>WhatsApp</a:t>
                      </a:r>
                      <a:r>
                        <a:rPr lang="en-US" sz="2000" b="0" i="0" dirty="0">
                          <a:solidFill>
                            <a:srgbClr val="000000"/>
                          </a:solidFill>
                          <a:effectLst/>
                          <a:latin typeface="TimesNewRomanPSMT"/>
                        </a:rPr>
                        <a:t> application and its libraries, to create an analysis of a </a:t>
                      </a:r>
                      <a:r>
                        <a:rPr lang="en-US" sz="2000" b="0" i="0" dirty="0" err="1">
                          <a:solidFill>
                            <a:srgbClr val="000000"/>
                          </a:solidFill>
                          <a:effectLst/>
                          <a:latin typeface="TimesNewRomanPSMT"/>
                        </a:rPr>
                        <a:t>WhatsApp</a:t>
                      </a:r>
                      <a:r>
                        <a:rPr lang="en-US" sz="2000" b="0" i="0" dirty="0">
                          <a:solidFill>
                            <a:srgbClr val="000000"/>
                          </a:solidFill>
                          <a:effectLst/>
                          <a:latin typeface="TimesNewRomanPSMT"/>
                        </a:rPr>
                        <a:t> group chat and visually represent the top 10 and top 20 users in the chat groups. A </a:t>
                      </a:r>
                      <a:r>
                        <a:rPr lang="en-US" sz="2000" b="0" i="0" dirty="0" err="1">
                          <a:solidFill>
                            <a:srgbClr val="000000"/>
                          </a:solidFill>
                          <a:effectLst/>
                          <a:latin typeface="TimesNewRomanPSMT"/>
                        </a:rPr>
                        <a:t>pseudocode</a:t>
                      </a:r>
                      <a:r>
                        <a:rPr lang="en-US" sz="2000" b="0" i="0" dirty="0">
                          <a:solidFill>
                            <a:srgbClr val="000000"/>
                          </a:solidFill>
                          <a:effectLst/>
                          <a:latin typeface="TimesNewRomanPSMT"/>
                        </a:rPr>
                        <a:t> of the plot was given and at the end, visual representation of the plot was implemented. Also, an analysis of the top 10 and top 20 users were done. The system was done with python, and the python libraries that were implemented includes, </a:t>
                      </a:r>
                      <a:r>
                        <a:rPr lang="en-US" sz="2000" b="0" i="0" dirty="0" err="1">
                          <a:solidFill>
                            <a:srgbClr val="000000"/>
                          </a:solidFill>
                          <a:effectLst/>
                          <a:latin typeface="TimesNewRomanPSMT"/>
                        </a:rPr>
                        <a:t>NumPy</a:t>
                      </a:r>
                      <a:r>
                        <a:rPr lang="en-US" sz="2000" b="0" i="0" dirty="0">
                          <a:solidFill>
                            <a:srgbClr val="000000"/>
                          </a:solidFill>
                          <a:effectLst/>
                          <a:latin typeface="TimesNewRomanPSMT"/>
                        </a:rPr>
                        <a:t>, Pandas, </a:t>
                      </a:r>
                      <a:r>
                        <a:rPr lang="en-US" sz="2000" b="0" i="0" dirty="0" err="1">
                          <a:solidFill>
                            <a:srgbClr val="000000"/>
                          </a:solidFill>
                          <a:effectLst/>
                          <a:latin typeface="TimesNewRomanPSMT"/>
                        </a:rPr>
                        <a:t>Matplotlib</a:t>
                      </a:r>
                      <a:r>
                        <a:rPr lang="en-US" sz="2000" b="0" i="0" dirty="0">
                          <a:solidFill>
                            <a:srgbClr val="000000"/>
                          </a:solidFill>
                          <a:effectLst/>
                          <a:latin typeface="TimesNewRomanPSMT"/>
                        </a:rPr>
                        <a:t> and </a:t>
                      </a:r>
                      <a:r>
                        <a:rPr lang="en-US" sz="2000" b="0" i="0" dirty="0" err="1">
                          <a:solidFill>
                            <a:srgbClr val="000000"/>
                          </a:solidFill>
                          <a:effectLst/>
                          <a:latin typeface="TimesNewRomanPSMT"/>
                        </a:rPr>
                        <a:t>Seaborn</a:t>
                      </a:r>
                      <a:r>
                        <a:rPr lang="en-US" sz="2000" b="0" i="0" dirty="0">
                          <a:solidFill>
                            <a:srgbClr val="000000"/>
                          </a:solidFill>
                          <a:effectLst/>
                          <a:latin typeface="TimesNewRomanPSMT"/>
                        </a:rPr>
                        <a:t>.</a:t>
                      </a:r>
                      <a:endParaRPr lang="en-US" sz="2000" dirty="0">
                        <a:effectLst/>
                      </a:endParaRPr>
                    </a:p>
                  </a:txBody>
                  <a:tcPr anchor="ctr">
                    <a:lnL w="9525" cap="flat" cmpd="sng" algn="ctr">
                      <a:solidFill>
                        <a:srgbClr val="48FFD5"/>
                      </a:solidFill>
                      <a:prstDash val="solid"/>
                      <a:round/>
                      <a:headEnd type="none" w="med" len="med"/>
                      <a:tailEnd type="none" w="med" len="med"/>
                    </a:lnL>
                    <a:lnR w="9525" cap="flat" cmpd="sng" algn="ctr">
                      <a:solidFill>
                        <a:srgbClr val="48FFD5"/>
                      </a:solidFill>
                      <a:prstDash val="solid"/>
                      <a:round/>
                      <a:headEnd type="none" w="med" len="med"/>
                      <a:tailEnd type="none" w="med" len="med"/>
                    </a:lnR>
                    <a:lnT w="9525" cap="flat" cmpd="sng" algn="ctr">
                      <a:solidFill>
                        <a:srgbClr val="48FFD5"/>
                      </a:solidFill>
                      <a:prstDash val="solid"/>
                      <a:round/>
                      <a:headEnd type="none" w="med" len="med"/>
                      <a:tailEnd type="none" w="med" len="med"/>
                    </a:lnT>
                    <a:lnB w="9525" cap="flat" cmpd="sng" algn="ctr">
                      <a:solidFill>
                        <a:srgbClr val="48FFD5"/>
                      </a:solidFill>
                      <a:prstDash val="solid"/>
                      <a:round/>
                      <a:headEnd type="none" w="med" len="med"/>
                      <a:tailEnd type="none" w="med" len="med"/>
                    </a:lnB>
                  </a:tcPr>
                </a:tc>
              </a:tr>
            </a:tbl>
          </a:graphicData>
        </a:graphic>
      </p:graphicFrame>
      <p:sp>
        <p:nvSpPr>
          <p:cNvPr id="12" name="Rectangle 2"/>
          <p:cNvSpPr>
            <a:spLocks noChangeArrowheads="1"/>
          </p:cNvSpPr>
          <p:nvPr/>
        </p:nvSpPr>
        <p:spPr bwMode="auto">
          <a:xfrm>
            <a:off x="3475038" y="3059113"/>
            <a:ext cx="12190412"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smtClean="0">
                <a:ln>
                  <a:noFill/>
                </a:ln>
                <a:solidFill>
                  <a:schemeClr val="tx1"/>
                </a:solidFill>
                <a:effectLst/>
                <a:latin typeface="Arial" pitchFamily="34" charset="0"/>
                <a:cs typeface="Arial" pitchFamily="34" charset="0"/>
              </a:rPr>
              <a:t/>
            </a:r>
            <a:br>
              <a:rPr kumimoji="0" lang="en-US" sz="1800" b="0" i="0" u="none" strike="noStrike" cap="none" normalizeH="0" baseline="0" smtClean="0">
                <a:ln>
                  <a:noFill/>
                </a:ln>
                <a:solidFill>
                  <a:schemeClr val="tx1"/>
                </a:solidFill>
                <a:effectLst/>
                <a:latin typeface="Arial" pitchFamily="34" charset="0"/>
                <a:cs typeface="Arial" pitchFamily="34" charset="0"/>
              </a:rPr>
            </a:b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val="427514799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smtClean="0"/>
              <a:t/>
            </a:r>
            <a:br>
              <a:rPr lang="en-US" altLang="en-US" dirty="0" smtClean="0"/>
            </a:br>
            <a:r>
              <a:rPr lang="en-US" altLang="en-US" dirty="0" smtClean="0"/>
              <a:t>FUTURE ENHANCEMENT:</a:t>
            </a:r>
            <a:r>
              <a:rPr lang="en-US" altLang="en-US" dirty="0"/>
              <a:t/>
            </a:r>
            <a:br>
              <a:rPr lang="en-US" altLang="en-US" dirty="0"/>
            </a:br>
            <a:endParaRPr lang="en-US" dirty="0"/>
          </a:p>
        </p:txBody>
      </p:sp>
      <p:sp>
        <p:nvSpPr>
          <p:cNvPr id="3" name="Content Placeholder 2"/>
          <p:cNvSpPr>
            <a:spLocks noGrp="1"/>
          </p:cNvSpPr>
          <p:nvPr>
            <p:ph idx="1"/>
          </p:nvPr>
        </p:nvSpPr>
        <p:spPr>
          <a:xfrm>
            <a:off x="609521" y="1485579"/>
            <a:ext cx="10166205" cy="3960440"/>
          </a:xfrm>
        </p:spPr>
        <p:txBody>
          <a:bodyPr/>
          <a:lstStyle/>
          <a:p>
            <a:pPr lvl="0">
              <a:lnSpc>
                <a:spcPct val="150000"/>
              </a:lnSpc>
              <a:buFont typeface="Wingdings" pitchFamily="2" charset="2"/>
              <a:buChar char="Ø"/>
            </a:pPr>
            <a:r>
              <a:rPr lang="en-US" altLang="en-US" b="1" i="0" dirty="0">
                <a:latin typeface="Times New Roman" pitchFamily="18" charset="0"/>
                <a:cs typeface="Times New Roman" pitchFamily="18" charset="0"/>
              </a:rPr>
              <a:t>Sentiment Analysis</a:t>
            </a:r>
            <a:r>
              <a:rPr lang="en-US" altLang="en-US" i="0" dirty="0">
                <a:latin typeface="Times New Roman" pitchFamily="18" charset="0"/>
                <a:cs typeface="Times New Roman" pitchFamily="18" charset="0"/>
              </a:rPr>
              <a:t>: Assess the emotional tone of messages.</a:t>
            </a:r>
          </a:p>
          <a:p>
            <a:pPr lvl="0">
              <a:lnSpc>
                <a:spcPct val="150000"/>
              </a:lnSpc>
              <a:buFont typeface="Wingdings" pitchFamily="2" charset="2"/>
              <a:buChar char="Ø"/>
            </a:pPr>
            <a:r>
              <a:rPr lang="en-US" altLang="en-US" b="1" i="0" dirty="0" smtClean="0">
                <a:latin typeface="Times New Roman" pitchFamily="18" charset="0"/>
                <a:cs typeface="Times New Roman" pitchFamily="18" charset="0"/>
              </a:rPr>
              <a:t>User </a:t>
            </a:r>
            <a:r>
              <a:rPr lang="en-US" altLang="en-US" b="1" i="0" dirty="0">
                <a:latin typeface="Times New Roman" pitchFamily="18" charset="0"/>
                <a:cs typeface="Times New Roman" pitchFamily="18" charset="0"/>
              </a:rPr>
              <a:t>Engagement Metrics</a:t>
            </a:r>
            <a:r>
              <a:rPr lang="en-US" altLang="en-US" i="0" dirty="0">
                <a:latin typeface="Times New Roman" pitchFamily="18" charset="0"/>
                <a:cs typeface="Times New Roman" pitchFamily="18" charset="0"/>
              </a:rPr>
              <a:t>: Identify active participants and response times.</a:t>
            </a:r>
          </a:p>
          <a:p>
            <a:pPr lvl="0">
              <a:lnSpc>
                <a:spcPct val="150000"/>
              </a:lnSpc>
              <a:buFont typeface="Wingdings" pitchFamily="2" charset="2"/>
              <a:buChar char="Ø"/>
            </a:pPr>
            <a:r>
              <a:rPr lang="en-US" altLang="en-US" b="1" i="0" dirty="0" smtClean="0">
                <a:latin typeface="Times New Roman" pitchFamily="18" charset="0"/>
                <a:cs typeface="Times New Roman" pitchFamily="18" charset="0"/>
              </a:rPr>
              <a:t>Privacy </a:t>
            </a:r>
            <a:r>
              <a:rPr lang="en-US" altLang="en-US" b="1" i="0" dirty="0">
                <a:latin typeface="Times New Roman" pitchFamily="18" charset="0"/>
                <a:cs typeface="Times New Roman" pitchFamily="18" charset="0"/>
              </a:rPr>
              <a:t>Features</a:t>
            </a:r>
            <a:r>
              <a:rPr lang="en-US" altLang="en-US" i="0" dirty="0">
                <a:latin typeface="Times New Roman" pitchFamily="18" charset="0"/>
                <a:cs typeface="Times New Roman" pitchFamily="18" charset="0"/>
              </a:rPr>
              <a:t>: Ensure data </a:t>
            </a:r>
            <a:r>
              <a:rPr lang="en-US" altLang="en-US" i="0" dirty="0" err="1">
                <a:latin typeface="Times New Roman" pitchFamily="18" charset="0"/>
                <a:cs typeface="Times New Roman" pitchFamily="18" charset="0"/>
              </a:rPr>
              <a:t>anonymization</a:t>
            </a:r>
            <a:r>
              <a:rPr lang="en-US" altLang="en-US" i="0" dirty="0">
                <a:latin typeface="Times New Roman" pitchFamily="18" charset="0"/>
                <a:cs typeface="Times New Roman" pitchFamily="18" charset="0"/>
              </a:rPr>
              <a:t> and user control.</a:t>
            </a:r>
          </a:p>
          <a:p>
            <a:pPr lvl="0">
              <a:lnSpc>
                <a:spcPct val="150000"/>
              </a:lnSpc>
              <a:buFont typeface="Wingdings" pitchFamily="2" charset="2"/>
              <a:buChar char="Ø"/>
            </a:pPr>
            <a:r>
              <a:rPr lang="en-US" altLang="en-US" b="1" i="0" dirty="0">
                <a:latin typeface="Times New Roman" pitchFamily="18" charset="0"/>
                <a:cs typeface="Times New Roman" pitchFamily="18" charset="0"/>
              </a:rPr>
              <a:t>Cross-Platform Integration</a:t>
            </a:r>
            <a:r>
              <a:rPr lang="en-US" altLang="en-US" i="0" dirty="0">
                <a:latin typeface="Times New Roman" pitchFamily="18" charset="0"/>
                <a:cs typeface="Times New Roman" pitchFamily="18" charset="0"/>
              </a:rPr>
              <a:t>: Analyze chats from multiple messaging apps.</a:t>
            </a:r>
          </a:p>
          <a:p>
            <a:pPr lvl="0">
              <a:lnSpc>
                <a:spcPct val="150000"/>
              </a:lnSpc>
              <a:buFont typeface="Wingdings" pitchFamily="2" charset="2"/>
              <a:buChar char="Ø"/>
            </a:pPr>
            <a:r>
              <a:rPr lang="en-US" altLang="en-US" b="1" i="0" dirty="0" smtClean="0">
                <a:latin typeface="Times New Roman" pitchFamily="18" charset="0"/>
                <a:cs typeface="Times New Roman" pitchFamily="18" charset="0"/>
              </a:rPr>
              <a:t>Language </a:t>
            </a:r>
            <a:r>
              <a:rPr lang="en-US" altLang="en-US" b="1" i="0" dirty="0">
                <a:latin typeface="Times New Roman" pitchFamily="18" charset="0"/>
                <a:cs typeface="Times New Roman" pitchFamily="18" charset="0"/>
              </a:rPr>
              <a:t>Support</a:t>
            </a:r>
            <a:r>
              <a:rPr lang="en-US" altLang="en-US" i="0" dirty="0">
                <a:latin typeface="Times New Roman" pitchFamily="18" charset="0"/>
                <a:cs typeface="Times New Roman" pitchFamily="18" charset="0"/>
              </a:rPr>
              <a:t>: Include multi-language analysis capabilities.</a:t>
            </a:r>
          </a:p>
          <a:p>
            <a:pPr lvl="0">
              <a:lnSpc>
                <a:spcPct val="150000"/>
              </a:lnSpc>
              <a:buFont typeface="Wingdings" pitchFamily="2" charset="2"/>
              <a:buChar char="Ø"/>
            </a:pPr>
            <a:r>
              <a:rPr lang="en-US" altLang="en-US" b="1" i="0" dirty="0" smtClean="0">
                <a:latin typeface="Times New Roman" pitchFamily="18" charset="0"/>
                <a:cs typeface="Times New Roman" pitchFamily="18" charset="0"/>
              </a:rPr>
              <a:t>Archive </a:t>
            </a:r>
            <a:r>
              <a:rPr lang="en-US" altLang="en-US" b="1" i="0" dirty="0">
                <a:latin typeface="Times New Roman" pitchFamily="18" charset="0"/>
                <a:cs typeface="Times New Roman" pitchFamily="18" charset="0"/>
              </a:rPr>
              <a:t>and Export Options</a:t>
            </a:r>
            <a:r>
              <a:rPr lang="en-US" altLang="en-US" i="0" dirty="0">
                <a:latin typeface="Times New Roman" pitchFamily="18" charset="0"/>
                <a:cs typeface="Times New Roman" pitchFamily="18" charset="0"/>
              </a:rPr>
              <a:t>: Allow data saving in various formats.</a:t>
            </a:r>
          </a:p>
          <a:p>
            <a:endParaRPr lang="en-US" dirty="0"/>
          </a:p>
        </p:txBody>
      </p:sp>
    </p:spTree>
    <p:extLst>
      <p:ext uri="{BB962C8B-B14F-4D97-AF65-F5344CB8AC3E}">
        <p14:creationId xmlns:p14="http://schemas.microsoft.com/office/powerpoint/2010/main" val="131890294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dirty="0" smtClean="0"/>
              <a:t/>
            </a:r>
            <a:br>
              <a:rPr lang="en-US" altLang="en-US" dirty="0" smtClean="0"/>
            </a:br>
            <a:r>
              <a:rPr lang="en-US" altLang="en-US" dirty="0" smtClean="0"/>
              <a:t>REFERENCE </a:t>
            </a:r>
            <a:r>
              <a:rPr lang="en-US" altLang="en-US" dirty="0"/>
              <a:t>AND </a:t>
            </a:r>
            <a:r>
              <a:rPr lang="en-US" altLang="en-US" dirty="0" smtClean="0"/>
              <a:t>BIBLIOGRAPHY:</a:t>
            </a:r>
            <a:r>
              <a:rPr lang="en-US" altLang="en-US" dirty="0"/>
              <a:t/>
            </a:r>
            <a:br>
              <a:rPr lang="en-US" altLang="en-US" dirty="0"/>
            </a:br>
            <a:endParaRPr lang="en-US" dirty="0"/>
          </a:p>
        </p:txBody>
      </p:sp>
      <p:sp>
        <p:nvSpPr>
          <p:cNvPr id="3" name="Content Placeholder 2"/>
          <p:cNvSpPr>
            <a:spLocks noGrp="1"/>
          </p:cNvSpPr>
          <p:nvPr>
            <p:ph idx="1"/>
          </p:nvPr>
        </p:nvSpPr>
        <p:spPr/>
        <p:txBody>
          <a:bodyPr/>
          <a:lstStyle/>
          <a:p>
            <a:r>
              <a:rPr lang="en-US" b="1" i="0" dirty="0" smtClean="0"/>
              <a:t>BOOKS:</a:t>
            </a:r>
          </a:p>
          <a:p>
            <a:r>
              <a:rPr lang="en-US" altLang="en-US" dirty="0"/>
              <a:t>Python for Data </a:t>
            </a:r>
            <a:r>
              <a:rPr lang="en-US" altLang="en-US" dirty="0" smtClean="0"/>
              <a:t>Analysis</a:t>
            </a:r>
          </a:p>
          <a:p>
            <a:r>
              <a:rPr lang="en-US" altLang="en-US" dirty="0"/>
              <a:t>Natural Language Processing with </a:t>
            </a:r>
            <a:r>
              <a:rPr lang="en-US" altLang="en-US" dirty="0" smtClean="0"/>
              <a:t>Python</a:t>
            </a:r>
            <a:endParaRPr lang="en-US" b="1" i="0" dirty="0"/>
          </a:p>
          <a:p>
            <a:r>
              <a:rPr lang="en-US" b="1" i="0" dirty="0" smtClean="0"/>
              <a:t>VIDEOS:</a:t>
            </a:r>
          </a:p>
          <a:p>
            <a:r>
              <a:rPr lang="en-US" altLang="en-US" i="0" dirty="0" err="1"/>
              <a:t>Streamlit</a:t>
            </a:r>
            <a:r>
              <a:rPr lang="en-US" altLang="en-US" i="0" dirty="0"/>
              <a:t> Tutorial for Beginners</a:t>
            </a:r>
            <a:r>
              <a:rPr lang="en-US" altLang="en-US" dirty="0"/>
              <a:t/>
            </a:r>
            <a:br>
              <a:rPr lang="en-US" altLang="en-US" dirty="0"/>
            </a:br>
            <a:r>
              <a:rPr lang="en-US" altLang="en-US" u="sng" dirty="0">
                <a:hlinkClick r:id="rId2"/>
              </a:rPr>
              <a:t>https://</a:t>
            </a:r>
            <a:r>
              <a:rPr lang="en-US" altLang="en-US" u="sng" dirty="0" smtClean="0">
                <a:hlinkClick r:id="rId2"/>
              </a:rPr>
              <a:t>www.youtube.com/playlist?list=PLuU3eVwK0I9PT48ZBYAHdKPFazhXg76h5</a:t>
            </a:r>
            <a:endParaRPr lang="en-US" altLang="en-US" u="sng" dirty="0" smtClean="0"/>
          </a:p>
          <a:p>
            <a:r>
              <a:rPr lang="en-US" altLang="en-US" i="0" dirty="0"/>
              <a:t>Data Visualization and </a:t>
            </a:r>
            <a:r>
              <a:rPr lang="en-US" altLang="en-US" i="0" dirty="0" err="1"/>
              <a:t>Matplotlib</a:t>
            </a:r>
            <a:r>
              <a:rPr lang="en-US" altLang="en-US" dirty="0"/>
              <a:t/>
            </a:r>
            <a:br>
              <a:rPr lang="en-US" altLang="en-US" dirty="0"/>
            </a:br>
            <a:r>
              <a:rPr lang="en-US" altLang="en-US" u="sng" dirty="0">
                <a:hlinkClick r:id="rId3"/>
              </a:rPr>
              <a:t>https://www.youtube.com/watch?v=9GvnrQv138s&amp;list=PLjVLYmrlmjGcC0B_FP3bkJ-JIPkV5GuZR</a:t>
            </a:r>
            <a:endParaRPr lang="en-US" altLang="en-US" dirty="0"/>
          </a:p>
          <a:p>
            <a:r>
              <a:rPr lang="en-US" altLang="en-US" b="1" i="0" dirty="0"/>
              <a:t>WEB </a:t>
            </a:r>
            <a:r>
              <a:rPr lang="en-US" altLang="en-US" b="1" i="0" dirty="0" smtClean="0"/>
              <a:t>PAGES:</a:t>
            </a:r>
          </a:p>
          <a:p>
            <a:r>
              <a:rPr lang="en-US" altLang="en-US" dirty="0" smtClean="0"/>
              <a:t>       https</a:t>
            </a:r>
            <a:r>
              <a:rPr lang="en-US" altLang="en-US" dirty="0"/>
              <a:t>://streamlit.io/ </a:t>
            </a:r>
            <a:endParaRPr lang="en-US" altLang="en-US" dirty="0" smtClean="0"/>
          </a:p>
          <a:p>
            <a:r>
              <a:rPr lang="en-US" altLang="en-US" dirty="0" smtClean="0"/>
              <a:t>       https</a:t>
            </a:r>
            <a:r>
              <a:rPr lang="en-US" altLang="en-US" dirty="0"/>
              <a:t>://numpy.org/doc </a:t>
            </a:r>
          </a:p>
          <a:p>
            <a:endParaRPr lang="en-US" altLang="en-US" dirty="0"/>
          </a:p>
          <a:p>
            <a:endParaRPr lang="en-US" b="1" i="0" dirty="0"/>
          </a:p>
        </p:txBody>
      </p:sp>
    </p:spTree>
    <p:extLst>
      <p:ext uri="{BB962C8B-B14F-4D97-AF65-F5344CB8AC3E}">
        <p14:creationId xmlns:p14="http://schemas.microsoft.com/office/powerpoint/2010/main" val="12149209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제목 4"/>
          <p:cNvSpPr>
            <a:spLocks noGrp="1"/>
          </p:cNvSpPr>
          <p:nvPr>
            <p:ph type="ctrTitle"/>
          </p:nvPr>
        </p:nvSpPr>
        <p:spPr>
          <a:xfrm>
            <a:off x="550590" y="2205658"/>
            <a:ext cx="5821584" cy="1368152"/>
          </a:xfrm>
        </p:spPr>
        <p:txBody>
          <a:bodyPr/>
          <a:lstStyle/>
          <a:p>
            <a:pPr algn="r"/>
            <a:r>
              <a:rPr lang="en-US" altLang="ko-KR" dirty="0" smtClean="0"/>
              <a:t>THANK YOU</a:t>
            </a:r>
            <a:endParaRPr lang="ko-KR" alt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사용자 지정 1">
      <a:majorFont>
        <a:latin typeface="Calibri"/>
        <a:ea typeface="맑은 고딕"/>
        <a:cs typeface=""/>
      </a:majorFont>
      <a:minorFont>
        <a:latin typeface="Calibri Light"/>
        <a:ea typeface="맑은 고딕"/>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2">
          <a:schemeClr val="dk1"/>
        </a:lnRef>
        <a:fillRef idx="1">
          <a:schemeClr val="lt1"/>
        </a:fillRef>
        <a:effectRef idx="0">
          <a:schemeClr val="dk1"/>
        </a:effectRef>
        <a:fontRef idx="minor">
          <a:schemeClr val="dk1"/>
        </a:fontRef>
      </a:style>
    </a:sp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12733</TotalTime>
  <Words>455</Words>
  <Application>Microsoft Office PowerPoint</Application>
  <PresentationFormat>Custom</PresentationFormat>
  <Paragraphs>68</Paragraphs>
  <Slides>14</Slides>
  <Notes>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14</vt:i4>
      </vt:variant>
    </vt:vector>
  </HeadingPairs>
  <TitlesOfParts>
    <vt:vector size="25" baseType="lpstr">
      <vt:lpstr>Arial</vt:lpstr>
      <vt:lpstr>Wingdings</vt:lpstr>
      <vt:lpstr>TimesNewRomanPSMT</vt:lpstr>
      <vt:lpstr>Noto Sans</vt:lpstr>
      <vt:lpstr>Calibri Light</vt:lpstr>
      <vt:lpstr>굴림체</vt:lpstr>
      <vt:lpstr>Adobe Garamond Pro Bold</vt:lpstr>
      <vt:lpstr>Calibri</vt:lpstr>
      <vt:lpstr>Times New Roman</vt:lpstr>
      <vt:lpstr>맑은 고딕</vt:lpstr>
      <vt:lpstr>Office 테마</vt:lpstr>
      <vt:lpstr>WhatsApp Chat ANALYZER</vt:lpstr>
      <vt:lpstr>PowerPoint Presentation</vt:lpstr>
      <vt:lpstr> INTRODUCTION  </vt:lpstr>
      <vt:lpstr>PROPOSED SYSTEM:</vt:lpstr>
      <vt:lpstr>ADVANTAGES&amp;DISADVANTAGES</vt:lpstr>
      <vt:lpstr>FUNCTION:</vt:lpstr>
      <vt:lpstr>Flow Chart &amp; Class Diagram:</vt:lpstr>
      <vt:lpstr>SCREENSHOTS</vt:lpstr>
      <vt:lpstr>PowerPoint Presentation</vt:lpstr>
      <vt:lpstr>PowerPoint Presentation</vt:lpstr>
      <vt:lpstr> CONCLUSION: </vt:lpstr>
      <vt:lpstr> FUTURE ENHANCEMENT: </vt:lpstr>
      <vt:lpstr> REFERENCE AND BIBLIOGRAPHY: </vt:lpstr>
      <vt:lpstr>THANK YOU</vt:lpstr>
    </vt:vector>
  </TitlesOfParts>
  <Manager>Slide Members</Manager>
  <Company>YESFORM Co.,Ltd.</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Members</dc:title>
  <dc:subject>Powerpoint Templates , Diagram, Chart, Google slides, Keynote</dc:subject>
  <dc:creator>Slide Members by HS.SEO</dc:creator>
  <cp:keywords>SlideMembers, ppt, PPT Templates, Presentation, Diagram, Chart, Yesform, Google slides, Keynote, Free Slides</cp:keywords>
  <dc:description>The copyright of this document is at Slide Members. Unauthorized copying may result in legal sanctions.</dc:description>
  <cp:lastModifiedBy>admin</cp:lastModifiedBy>
  <cp:revision>12</cp:revision>
  <dcterms:created xsi:type="dcterms:W3CDTF">2010-02-01T08:03:16Z</dcterms:created>
  <dcterms:modified xsi:type="dcterms:W3CDTF">2024-10-18T05:20:01Z</dcterms:modified>
  <cp:category>www.slidemembers.com</cp:category>
</cp:coreProperties>
</file>